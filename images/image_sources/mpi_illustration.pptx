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30" r:id="rId2"/>
  </p:sldIdLst>
  <p:sldSz cx="9001125" cy="6840538"/>
  <p:notesSz cx="6794500" cy="9931400"/>
  <p:defaultTextStyle>
    <a:defPPr>
      <a:defRPr lang="sv-SE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12">
          <p15:clr>
            <a:srgbClr val="A4A3A4"/>
          </p15:clr>
        </p15:guide>
        <p15:guide id="2" orient="horz" pos="802">
          <p15:clr>
            <a:srgbClr val="A4A3A4"/>
          </p15:clr>
        </p15:guide>
        <p15:guide id="3" orient="horz" pos="119">
          <p15:clr>
            <a:srgbClr val="A4A3A4"/>
          </p15:clr>
        </p15:guide>
        <p15:guide id="4" orient="horz" pos="1122">
          <p15:clr>
            <a:srgbClr val="A4A3A4"/>
          </p15:clr>
        </p15:guide>
        <p15:guide id="5" pos="492">
          <p15:clr>
            <a:srgbClr val="A4A3A4"/>
          </p15:clr>
        </p15:guide>
        <p15:guide id="6" pos="115">
          <p15:clr>
            <a:srgbClr val="A4A3A4"/>
          </p15:clr>
        </p15:guide>
        <p15:guide id="7" pos="2617">
          <p15:clr>
            <a:srgbClr val="A4A3A4"/>
          </p15:clr>
        </p15:guide>
        <p15:guide id="8" pos="55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262626"/>
    <a:srgbClr val="ADCAB8"/>
    <a:srgbClr val="404040"/>
    <a:srgbClr val="BFB8AF"/>
    <a:srgbClr val="D2BA81"/>
    <a:srgbClr val="BED9C7"/>
    <a:srgbClr val="E9C4C7"/>
    <a:srgbClr val="333333"/>
    <a:srgbClr val="FF689D"/>
    <a:srgbClr val="F3EB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62" autoAdjust="0"/>
    <p:restoredTop sz="96301" autoAdjust="0"/>
  </p:normalViewPr>
  <p:slideViewPr>
    <p:cSldViewPr snapToGrid="0" showGuides="1">
      <p:cViewPr varScale="1">
        <p:scale>
          <a:sx n="227" d="100"/>
          <a:sy n="227" d="100"/>
        </p:scale>
        <p:origin x="1664" y="184"/>
      </p:cViewPr>
      <p:guideLst>
        <p:guide orient="horz" pos="4212"/>
        <p:guide orient="horz" pos="802"/>
        <p:guide orient="horz" pos="119"/>
        <p:guide orient="horz" pos="1122"/>
        <p:guide pos="492"/>
        <p:guide pos="115"/>
        <p:guide pos="2617"/>
        <p:guide pos="55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>
        <p:scale>
          <a:sx n="150" d="100"/>
          <a:sy n="150" d="100"/>
        </p:scale>
        <p:origin x="-2364" y="3498"/>
      </p:cViewPr>
      <p:guideLst>
        <p:guide orient="horz" pos="3128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 dirty="0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quarter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53FA3B-A911-4294-9666-9D8A5388C07E}" type="datetimeFigureOut">
              <a:rPr lang="sv-SE" smtClean="0"/>
              <a:pPr/>
              <a:t>2025-11-11</a:t>
            </a:fld>
            <a:endParaRPr lang="sv-SE" dirty="0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2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 dirty="0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3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FF35AB-58F5-4C8C-9928-1BF893383042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605305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 dirty="0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AF5E47-94AA-AA43-B08E-C5A5421011EB}" type="datetimeFigureOut">
              <a:rPr lang="sv-SE" smtClean="0"/>
              <a:pPr/>
              <a:t>2025-11-11</a:t>
            </a:fld>
            <a:endParaRPr lang="sv-SE" dirty="0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899025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 dirty="0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 dirty="0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3FD4B-1391-7946-A8ED-18550D8B130B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512102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 line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7" descr="framsidor150 ny rosa.jpg"/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3401" y="188913"/>
            <a:ext cx="8647200" cy="6494400"/>
          </a:xfrm>
          <a:prstGeom prst="rect">
            <a:avLst/>
          </a:prstGeom>
        </p:spPr>
      </p:pic>
      <p:sp>
        <p:nvSpPr>
          <p:cNvPr id="11" name="Rektangel 10"/>
          <p:cNvSpPr/>
          <p:nvPr userDrawn="1"/>
        </p:nvSpPr>
        <p:spPr bwMode="auto">
          <a:xfrm>
            <a:off x="2655888" y="1516103"/>
            <a:ext cx="6178550" cy="128007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2942848" y="1523248"/>
            <a:ext cx="5734178" cy="714380"/>
          </a:xfrm>
        </p:spPr>
        <p:txBody>
          <a:bodyPr lIns="0" tIns="97200" rIns="0" bIns="82800"/>
          <a:lstStyle>
            <a:lvl1pPr>
              <a:defRPr sz="3600"/>
            </a:lvl1pPr>
          </a:lstStyle>
          <a:p>
            <a:r>
              <a:rPr lang="en-GB" noProof="0"/>
              <a:t>Single-line title</a:t>
            </a:r>
          </a:p>
        </p:txBody>
      </p:sp>
      <p:sp>
        <p:nvSpPr>
          <p:cNvPr id="17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2942848" y="2220953"/>
            <a:ext cx="5734178" cy="321507"/>
          </a:xfrm>
        </p:spPr>
        <p:txBody>
          <a:bodyPr lIns="0" tIns="108000" rIns="0"/>
          <a:lstStyle>
            <a:lvl1pPr marL="0" indent="0" algn="l">
              <a:buNone/>
              <a:defRPr sz="1200" b="1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/>
              <a:t>SUBTITLE OR NAME</a:t>
            </a:r>
          </a:p>
        </p:txBody>
      </p:sp>
      <p:cxnSp>
        <p:nvCxnSpPr>
          <p:cNvPr id="9" name="Rak 8"/>
          <p:cNvCxnSpPr/>
          <p:nvPr userDrawn="1"/>
        </p:nvCxnSpPr>
        <p:spPr bwMode="auto">
          <a:xfrm>
            <a:off x="2939428" y="2212035"/>
            <a:ext cx="588161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4" name="Bildobjekt 13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6329104" y="4279056"/>
            <a:ext cx="2672021" cy="2561482"/>
          </a:xfrm>
          <a:prstGeom prst="rect">
            <a:avLst/>
          </a:prstGeom>
        </p:spPr>
      </p:pic>
      <p:pic>
        <p:nvPicPr>
          <p:cNvPr id="16" name="Bildobjekt 15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96106" y="380031"/>
            <a:ext cx="708740" cy="946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lines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7" descr="framsidor150 ny rosa.jpg"/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3401" y="188913"/>
            <a:ext cx="8647200" cy="6494400"/>
          </a:xfrm>
          <a:prstGeom prst="rect">
            <a:avLst/>
          </a:prstGeom>
        </p:spPr>
      </p:pic>
      <p:sp>
        <p:nvSpPr>
          <p:cNvPr id="11" name="Rektangel 10"/>
          <p:cNvSpPr/>
          <p:nvPr userDrawn="1"/>
        </p:nvSpPr>
        <p:spPr bwMode="auto">
          <a:xfrm>
            <a:off x="2655888" y="1516104"/>
            <a:ext cx="6178550" cy="184729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2942848" y="1510712"/>
            <a:ext cx="5734178" cy="1189477"/>
          </a:xfrm>
        </p:spPr>
        <p:txBody>
          <a:bodyPr lIns="0" tIns="97200" rIns="0" bIns="82800" anchor="t" anchorCtr="0"/>
          <a:lstStyle>
            <a:lvl1pPr>
              <a:defRPr sz="3600"/>
            </a:lvl1pPr>
          </a:lstStyle>
          <a:p>
            <a:r>
              <a:rPr lang="en-GB" noProof="0"/>
              <a:t>Two-line</a:t>
            </a:r>
            <a:br>
              <a:rPr lang="en-GB" noProof="0"/>
            </a:br>
            <a:r>
              <a:rPr lang="en-GB" noProof="0"/>
              <a:t>title</a:t>
            </a:r>
          </a:p>
        </p:txBody>
      </p:sp>
      <p:sp>
        <p:nvSpPr>
          <p:cNvPr id="17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2942848" y="2777523"/>
            <a:ext cx="5734178" cy="321507"/>
          </a:xfrm>
        </p:spPr>
        <p:txBody>
          <a:bodyPr lIns="0" tIns="108000" rIns="0"/>
          <a:lstStyle>
            <a:lvl1pPr marL="0" indent="0" algn="l">
              <a:buNone/>
              <a:defRPr sz="1200" b="1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/>
              <a:t>Subtitle or name</a:t>
            </a:r>
          </a:p>
        </p:txBody>
      </p:sp>
      <p:cxnSp>
        <p:nvCxnSpPr>
          <p:cNvPr id="9" name="Rak 8"/>
          <p:cNvCxnSpPr/>
          <p:nvPr userDrawn="1"/>
        </p:nvCxnSpPr>
        <p:spPr bwMode="auto">
          <a:xfrm>
            <a:off x="2939428" y="2768605"/>
            <a:ext cx="588161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6329104" y="4279056"/>
            <a:ext cx="2672021" cy="2561482"/>
          </a:xfrm>
          <a:prstGeom prst="rect">
            <a:avLst/>
          </a:prstGeom>
        </p:spPr>
      </p:pic>
      <p:pic>
        <p:nvPicPr>
          <p:cNvPr id="10" name="Bildobjekt 9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96106" y="380031"/>
            <a:ext cx="708740" cy="946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 lin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7" descr="framsidor150 ny grön.jpg"/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3401" y="190051"/>
            <a:ext cx="8647200" cy="6494400"/>
          </a:xfrm>
          <a:prstGeom prst="rect">
            <a:avLst/>
          </a:prstGeom>
        </p:spPr>
      </p:pic>
      <p:sp>
        <p:nvSpPr>
          <p:cNvPr id="11" name="Rektangel 10"/>
          <p:cNvSpPr/>
          <p:nvPr userDrawn="1"/>
        </p:nvSpPr>
        <p:spPr bwMode="auto">
          <a:xfrm>
            <a:off x="2655888" y="1516103"/>
            <a:ext cx="6178550" cy="128007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2942848" y="1523248"/>
            <a:ext cx="5734178" cy="714380"/>
          </a:xfrm>
        </p:spPr>
        <p:txBody>
          <a:bodyPr lIns="0" tIns="97200" rIns="0" bIns="82800"/>
          <a:lstStyle>
            <a:lvl1pPr>
              <a:defRPr sz="3600" baseline="0"/>
            </a:lvl1pPr>
          </a:lstStyle>
          <a:p>
            <a:r>
              <a:rPr lang="en-GB" noProof="0"/>
              <a:t>Single-line title</a:t>
            </a:r>
          </a:p>
        </p:txBody>
      </p:sp>
      <p:sp>
        <p:nvSpPr>
          <p:cNvPr id="17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2942848" y="2220953"/>
            <a:ext cx="5734178" cy="321507"/>
          </a:xfrm>
        </p:spPr>
        <p:txBody>
          <a:bodyPr lIns="0" tIns="108000" rIns="0"/>
          <a:lstStyle>
            <a:lvl1pPr marL="0" indent="0" algn="l">
              <a:buNone/>
              <a:defRPr sz="1200" b="1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/>
              <a:t>Subtitle or name</a:t>
            </a:r>
          </a:p>
        </p:txBody>
      </p:sp>
      <p:cxnSp>
        <p:nvCxnSpPr>
          <p:cNvPr id="9" name="Rak 8"/>
          <p:cNvCxnSpPr/>
          <p:nvPr userDrawn="1"/>
        </p:nvCxnSpPr>
        <p:spPr bwMode="auto">
          <a:xfrm>
            <a:off x="2939428" y="2212035"/>
            <a:ext cx="588161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6329104" y="4279056"/>
            <a:ext cx="2672021" cy="2561482"/>
          </a:xfrm>
          <a:prstGeom prst="rect">
            <a:avLst/>
          </a:prstGeom>
        </p:spPr>
      </p:pic>
      <p:pic>
        <p:nvPicPr>
          <p:cNvPr id="12" name="Bildobjekt 11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96106" y="380031"/>
            <a:ext cx="708740" cy="946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lines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objekt 9" descr="framsidor150 ny grön.jpg"/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3401" y="190051"/>
            <a:ext cx="8647200" cy="6494400"/>
          </a:xfrm>
          <a:prstGeom prst="rect">
            <a:avLst/>
          </a:prstGeom>
        </p:spPr>
      </p:pic>
      <p:sp>
        <p:nvSpPr>
          <p:cNvPr id="11" name="Rektangel 10"/>
          <p:cNvSpPr/>
          <p:nvPr userDrawn="1"/>
        </p:nvSpPr>
        <p:spPr bwMode="auto">
          <a:xfrm>
            <a:off x="2655888" y="1516104"/>
            <a:ext cx="6178550" cy="184729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2942848" y="1510712"/>
            <a:ext cx="5734178" cy="1189477"/>
          </a:xfrm>
        </p:spPr>
        <p:txBody>
          <a:bodyPr lIns="0" tIns="97200" rIns="0" bIns="82800" anchor="t" anchorCtr="0"/>
          <a:lstStyle>
            <a:lvl1pPr>
              <a:defRPr sz="3600" baseline="0"/>
            </a:lvl1pPr>
          </a:lstStyle>
          <a:p>
            <a:r>
              <a:rPr lang="en-GB" noProof="0"/>
              <a:t>Two-line</a:t>
            </a:r>
            <a:br>
              <a:rPr lang="en-GB" noProof="0"/>
            </a:br>
            <a:r>
              <a:rPr lang="en-GB" noProof="0"/>
              <a:t>title</a:t>
            </a:r>
          </a:p>
        </p:txBody>
      </p:sp>
      <p:sp>
        <p:nvSpPr>
          <p:cNvPr id="17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2942848" y="2777523"/>
            <a:ext cx="5734178" cy="321507"/>
          </a:xfrm>
        </p:spPr>
        <p:txBody>
          <a:bodyPr lIns="0" tIns="108000" rIns="0"/>
          <a:lstStyle>
            <a:lvl1pPr marL="0" indent="0" algn="l">
              <a:buNone/>
              <a:defRPr sz="1200" b="1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/>
              <a:t>Subtitle or name</a:t>
            </a:r>
          </a:p>
        </p:txBody>
      </p:sp>
      <p:cxnSp>
        <p:nvCxnSpPr>
          <p:cNvPr id="9" name="Rak 8"/>
          <p:cNvCxnSpPr/>
          <p:nvPr userDrawn="1"/>
        </p:nvCxnSpPr>
        <p:spPr bwMode="auto">
          <a:xfrm>
            <a:off x="2939428" y="2768605"/>
            <a:ext cx="588161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4" name="Bildobjekt 13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6329104" y="4279056"/>
            <a:ext cx="2672021" cy="2561482"/>
          </a:xfrm>
          <a:prstGeom prst="rect">
            <a:avLst/>
          </a:prstGeom>
        </p:spPr>
      </p:pic>
      <p:pic>
        <p:nvPicPr>
          <p:cNvPr id="13" name="Bildobjekt 12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96106" y="380031"/>
            <a:ext cx="708740" cy="946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 hasCustomPrompt="1"/>
          </p:nvPr>
        </p:nvSpPr>
        <p:spPr>
          <a:xfrm>
            <a:off x="657538" y="1848670"/>
            <a:ext cx="7587440" cy="3563159"/>
          </a:xfrm>
        </p:spPr>
        <p:txBody>
          <a:bodyPr/>
          <a:lstStyle>
            <a:lvl1pPr>
              <a:spcAft>
                <a:spcPts val="0"/>
              </a:spcAft>
              <a:defRPr sz="2200"/>
            </a:lvl1pPr>
            <a:lvl2pPr>
              <a:spcAft>
                <a:spcPts val="0"/>
              </a:spcAft>
              <a:buClr>
                <a:schemeClr val="tx2"/>
              </a:buClr>
              <a:defRPr sz="2200"/>
            </a:lvl2pPr>
            <a:lvl3pPr>
              <a:spcAft>
                <a:spcPts val="0"/>
              </a:spcAft>
              <a:buClr>
                <a:schemeClr val="tx2"/>
              </a:buClr>
              <a:defRPr/>
            </a:lvl3pPr>
            <a:lvl4pPr>
              <a:spcAft>
                <a:spcPts val="0"/>
              </a:spcAft>
              <a:buClr>
                <a:schemeClr val="tx2"/>
              </a:buClr>
              <a:defRPr/>
            </a:lvl4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Level two</a:t>
            </a:r>
          </a:p>
          <a:p>
            <a:pPr lvl="2"/>
            <a:r>
              <a:rPr lang="en-GB" noProof="0"/>
              <a:t>Level three</a:t>
            </a:r>
          </a:p>
          <a:p>
            <a:pPr lvl="3"/>
            <a:r>
              <a:rPr lang="en-GB" noProof="0"/>
              <a:t>Level four</a:t>
            </a:r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745259" y="1499383"/>
            <a:ext cx="7506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 and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740244" y="1666308"/>
            <a:ext cx="3131642" cy="3720107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 hasCustomPrompt="1"/>
          </p:nvPr>
        </p:nvSpPr>
        <p:spPr>
          <a:xfrm>
            <a:off x="4051300" y="1666307"/>
            <a:ext cx="4213225" cy="3720107"/>
          </a:xfrm>
        </p:spPr>
        <p:txBody>
          <a:bodyPr/>
          <a:lstStyle>
            <a:lvl1pPr>
              <a:spcAft>
                <a:spcPts val="0"/>
              </a:spcAft>
              <a:buClr>
                <a:schemeClr val="tx2"/>
              </a:buClr>
              <a:defRPr sz="2200"/>
            </a:lvl1pPr>
            <a:lvl2pPr>
              <a:spcAft>
                <a:spcPts val="0"/>
              </a:spcAft>
              <a:buClr>
                <a:schemeClr val="tx2"/>
              </a:buClr>
              <a:defRPr sz="2200"/>
            </a:lvl2pPr>
            <a:lvl3pPr>
              <a:spcAft>
                <a:spcPts val="0"/>
              </a:spcAft>
              <a:buClr>
                <a:schemeClr val="tx2"/>
              </a:buClr>
              <a:defRPr sz="2000"/>
            </a:lvl3pPr>
            <a:lvl4pPr>
              <a:spcAft>
                <a:spcPts val="0"/>
              </a:spcAft>
              <a:buClr>
                <a:schemeClr val="tx2"/>
              </a:buCl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Level two</a:t>
            </a:r>
          </a:p>
          <a:p>
            <a:pPr lvl="2"/>
            <a:r>
              <a:rPr lang="en-GB" noProof="0"/>
              <a:t>Level three</a:t>
            </a:r>
          </a:p>
          <a:p>
            <a:pPr lvl="3"/>
            <a:r>
              <a:rPr lang="en-GB" noProof="0"/>
              <a:t>Level four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for large illustr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/>
          <p:cNvSpPr/>
          <p:nvPr userDrawn="1"/>
        </p:nvSpPr>
        <p:spPr bwMode="auto">
          <a:xfrm>
            <a:off x="0" y="0"/>
            <a:ext cx="9001125" cy="684053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 noProof="0" dirty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296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 samp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ktangel 17"/>
          <p:cNvSpPr/>
          <p:nvPr userDrawn="1"/>
        </p:nvSpPr>
        <p:spPr bwMode="auto">
          <a:xfrm>
            <a:off x="182563" y="182563"/>
            <a:ext cx="8647200" cy="64944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8" name="Rektangel 27"/>
          <p:cNvSpPr/>
          <p:nvPr userDrawn="1"/>
        </p:nvSpPr>
        <p:spPr bwMode="auto">
          <a:xfrm>
            <a:off x="2655888" y="1516103"/>
            <a:ext cx="6178550" cy="128007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9" name="Rubrik 1"/>
          <p:cNvSpPr>
            <a:spLocks noGrp="1"/>
          </p:cNvSpPr>
          <p:nvPr>
            <p:ph type="ctrTitle" hasCustomPrompt="1"/>
          </p:nvPr>
        </p:nvSpPr>
        <p:spPr>
          <a:xfrm>
            <a:off x="2942848" y="1523248"/>
            <a:ext cx="5734178" cy="714380"/>
          </a:xfrm>
        </p:spPr>
        <p:txBody>
          <a:bodyPr lIns="0" tIns="97200" rIns="0" bIns="82800"/>
          <a:lstStyle>
            <a:lvl1pPr>
              <a:defRPr sz="3600"/>
            </a:lvl1pPr>
          </a:lstStyle>
          <a:p>
            <a:r>
              <a:rPr lang="en-GB" noProof="0"/>
              <a:t>One-line title</a:t>
            </a:r>
          </a:p>
        </p:txBody>
      </p:sp>
      <p:sp>
        <p:nvSpPr>
          <p:cNvPr id="30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2942848" y="2220953"/>
            <a:ext cx="5734178" cy="321507"/>
          </a:xfrm>
        </p:spPr>
        <p:txBody>
          <a:bodyPr lIns="0" tIns="108000" rIns="0"/>
          <a:lstStyle>
            <a:lvl1pPr marL="0" marR="0" indent="0" algn="l" defTabSz="904875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tx2"/>
              </a:buClr>
              <a:buSzTx/>
              <a:buFont typeface="Arial" pitchFamily="34" charset="0"/>
              <a:buNone/>
              <a:tabLst/>
              <a:defRPr sz="1200" b="1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/>
              <a:t>Subtitle or name</a:t>
            </a:r>
          </a:p>
        </p:txBody>
      </p:sp>
      <p:cxnSp>
        <p:nvCxnSpPr>
          <p:cNvPr id="31" name="Rak 30"/>
          <p:cNvCxnSpPr/>
          <p:nvPr userDrawn="1"/>
        </p:nvCxnSpPr>
        <p:spPr bwMode="auto">
          <a:xfrm>
            <a:off x="2939428" y="2212035"/>
            <a:ext cx="588161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8" name="Bildobjekt 7" descr="Lunds sigill RGB 150.png"/>
          <p:cNvPicPr>
            <a:picLocks noChangeAspect="1"/>
          </p:cNvPicPr>
          <p:nvPr userDrawn="1"/>
        </p:nvPicPr>
        <p:blipFill>
          <a:blip r:embed="rId2"/>
          <a:srcRect r="17691" b="21541"/>
          <a:stretch>
            <a:fillRect/>
          </a:stretch>
        </p:blipFill>
        <p:spPr>
          <a:xfrm>
            <a:off x="6329104" y="4279056"/>
            <a:ext cx="2672021" cy="25614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 samp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 bwMode="auto">
          <a:xfrm>
            <a:off x="182563" y="182563"/>
            <a:ext cx="8647200" cy="64944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ktangel 10"/>
          <p:cNvSpPr/>
          <p:nvPr userDrawn="1"/>
        </p:nvSpPr>
        <p:spPr bwMode="auto">
          <a:xfrm>
            <a:off x="2655888" y="1516104"/>
            <a:ext cx="6178550" cy="184729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Rubrik 1"/>
          <p:cNvSpPr>
            <a:spLocks noGrp="1"/>
          </p:cNvSpPr>
          <p:nvPr>
            <p:ph type="ctrTitle" hasCustomPrompt="1"/>
          </p:nvPr>
        </p:nvSpPr>
        <p:spPr>
          <a:xfrm>
            <a:off x="2942848" y="1510712"/>
            <a:ext cx="5734178" cy="1189477"/>
          </a:xfrm>
        </p:spPr>
        <p:txBody>
          <a:bodyPr lIns="0" tIns="97200" rIns="0" bIns="82800" anchor="t" anchorCtr="0"/>
          <a:lstStyle>
            <a:lvl1pPr>
              <a:defRPr sz="3600"/>
            </a:lvl1pPr>
          </a:lstStyle>
          <a:p>
            <a:r>
              <a:rPr lang="en-GB" noProof="0"/>
              <a:t>Two-line</a:t>
            </a:r>
            <a:br>
              <a:rPr lang="en-GB" noProof="0"/>
            </a:br>
            <a:r>
              <a:rPr lang="en-GB" noProof="0"/>
              <a:t>title</a:t>
            </a:r>
          </a:p>
        </p:txBody>
      </p:sp>
      <p:sp>
        <p:nvSpPr>
          <p:cNvPr id="17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2942848" y="2777523"/>
            <a:ext cx="5734178" cy="321507"/>
          </a:xfrm>
        </p:spPr>
        <p:txBody>
          <a:bodyPr lIns="0" tIns="108000" rIns="0"/>
          <a:lstStyle>
            <a:lvl1pPr marL="0" indent="0" algn="l">
              <a:buNone/>
              <a:defRPr sz="1200" b="1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/>
              <a:t>Subtitle or name</a:t>
            </a:r>
          </a:p>
        </p:txBody>
      </p:sp>
      <p:cxnSp>
        <p:nvCxnSpPr>
          <p:cNvPr id="9" name="Rak 8"/>
          <p:cNvCxnSpPr/>
          <p:nvPr userDrawn="1"/>
        </p:nvCxnSpPr>
        <p:spPr bwMode="auto">
          <a:xfrm>
            <a:off x="2939428" y="2768605"/>
            <a:ext cx="5881614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Bildobjekt 9" descr="Lunds sigill RGB 150.png"/>
          <p:cNvPicPr>
            <a:picLocks noChangeAspect="1"/>
          </p:cNvPicPr>
          <p:nvPr userDrawn="1"/>
        </p:nvPicPr>
        <p:blipFill>
          <a:blip r:embed="rId2"/>
          <a:srcRect r="17691" b="21541"/>
          <a:stretch>
            <a:fillRect/>
          </a:stretch>
        </p:blipFill>
        <p:spPr>
          <a:xfrm>
            <a:off x="6329104" y="4279056"/>
            <a:ext cx="2672021" cy="256148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 and bulleted list w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741349" y="1658357"/>
            <a:ext cx="4371974" cy="3720107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 hasCustomPrompt="1"/>
          </p:nvPr>
        </p:nvSpPr>
        <p:spPr>
          <a:xfrm>
            <a:off x="5346700" y="1658357"/>
            <a:ext cx="2917825" cy="3720107"/>
          </a:xfrm>
        </p:spPr>
        <p:txBody>
          <a:bodyPr/>
          <a:lstStyle>
            <a:lvl1pPr>
              <a:spcAft>
                <a:spcPts val="0"/>
              </a:spcAft>
              <a:buClr>
                <a:schemeClr val="tx2"/>
              </a:buClr>
              <a:defRPr sz="2200"/>
            </a:lvl1pPr>
            <a:lvl2pPr>
              <a:spcAft>
                <a:spcPts val="0"/>
              </a:spcAft>
              <a:buClr>
                <a:schemeClr val="tx2"/>
              </a:buClr>
              <a:defRPr sz="2200"/>
            </a:lvl2pPr>
            <a:lvl3pPr>
              <a:spcAft>
                <a:spcPts val="0"/>
              </a:spcAft>
              <a:buClr>
                <a:schemeClr val="tx2"/>
              </a:buClr>
              <a:defRPr sz="2000"/>
            </a:lvl3pPr>
            <a:lvl4pPr>
              <a:spcAft>
                <a:spcPts val="0"/>
              </a:spcAft>
              <a:buClr>
                <a:schemeClr val="tx2"/>
              </a:buCl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Level two</a:t>
            </a:r>
          </a:p>
          <a:p>
            <a:pPr lvl="2"/>
            <a:r>
              <a:rPr lang="en-GB" noProof="0"/>
              <a:t>Level three</a:t>
            </a:r>
          </a:p>
          <a:p>
            <a:pPr lvl="3"/>
            <a:r>
              <a:rPr lang="en-GB" noProof="0"/>
              <a:t>Level four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tabell 4"/>
          <p:cNvSpPr>
            <a:spLocks noGrp="1"/>
          </p:cNvSpPr>
          <p:nvPr>
            <p:ph type="tbl" sz="quarter" idx="10"/>
          </p:nvPr>
        </p:nvSpPr>
        <p:spPr>
          <a:xfrm>
            <a:off x="781050" y="1781175"/>
            <a:ext cx="7464452" cy="358933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 noProof="0"/>
              <a:t>Click icon to add table</a:t>
            </a:r>
            <a:endParaRPr lang="en-GB" noProof="0" dirty="0"/>
          </a:p>
        </p:txBody>
      </p:sp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643262" y="283771"/>
            <a:ext cx="7589459" cy="113982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/>
          <p:cNvSpPr/>
          <p:nvPr userDrawn="1"/>
        </p:nvSpPr>
        <p:spPr bwMode="auto">
          <a:xfrm>
            <a:off x="0" y="0"/>
            <a:ext cx="9001125" cy="684053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pic>
        <p:nvPicPr>
          <p:cNvPr id="6" name="Bildobjekt 5" descr="LundUniversity_C2line RGB 150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80443" y="1281125"/>
            <a:ext cx="3110555" cy="415536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upp 30"/>
          <p:cNvGrpSpPr/>
          <p:nvPr/>
        </p:nvGrpSpPr>
        <p:grpSpPr>
          <a:xfrm>
            <a:off x="-119270" y="-59968"/>
            <a:ext cx="9228344" cy="6984776"/>
            <a:chOff x="-119270" y="-59968"/>
            <a:chExt cx="9228344" cy="6984776"/>
          </a:xfrm>
        </p:grpSpPr>
        <p:cxnSp>
          <p:nvCxnSpPr>
            <p:cNvPr id="25" name="Rak 24"/>
            <p:cNvCxnSpPr/>
            <p:nvPr userDrawn="1"/>
          </p:nvCxnSpPr>
          <p:spPr bwMode="auto">
            <a:xfrm>
              <a:off x="-119270" y="1772485"/>
              <a:ext cx="922834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Rak 12"/>
            <p:cNvCxnSpPr/>
            <p:nvPr/>
          </p:nvCxnSpPr>
          <p:spPr bwMode="auto">
            <a:xfrm>
              <a:off x="-119270" y="176199"/>
              <a:ext cx="922834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Rak 13"/>
            <p:cNvCxnSpPr/>
            <p:nvPr/>
          </p:nvCxnSpPr>
          <p:spPr bwMode="auto">
            <a:xfrm>
              <a:off x="-119270" y="1266406"/>
              <a:ext cx="922834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Rak 14"/>
            <p:cNvCxnSpPr/>
            <p:nvPr/>
          </p:nvCxnSpPr>
          <p:spPr bwMode="auto">
            <a:xfrm>
              <a:off x="-119270" y="6676531"/>
              <a:ext cx="922834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Rak 15"/>
            <p:cNvCxnSpPr/>
            <p:nvPr/>
          </p:nvCxnSpPr>
          <p:spPr bwMode="auto">
            <a:xfrm>
              <a:off x="170557" y="-59968"/>
              <a:ext cx="0" cy="698477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Rak 16"/>
            <p:cNvCxnSpPr/>
            <p:nvPr/>
          </p:nvCxnSpPr>
          <p:spPr bwMode="auto">
            <a:xfrm>
              <a:off x="8821042" y="-59968"/>
              <a:ext cx="0" cy="698477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Rak 19"/>
            <p:cNvCxnSpPr/>
            <p:nvPr/>
          </p:nvCxnSpPr>
          <p:spPr bwMode="auto">
            <a:xfrm>
              <a:off x="4138857" y="-59968"/>
              <a:ext cx="0" cy="698477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Rak 22"/>
            <p:cNvCxnSpPr/>
            <p:nvPr/>
          </p:nvCxnSpPr>
          <p:spPr bwMode="auto">
            <a:xfrm>
              <a:off x="770383" y="-59968"/>
              <a:ext cx="0" cy="698477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Rektangel 11"/>
            <p:cNvSpPr/>
            <p:nvPr userDrawn="1"/>
          </p:nvSpPr>
          <p:spPr bwMode="auto">
            <a:xfrm>
              <a:off x="0" y="0"/>
              <a:ext cx="9001125" cy="684053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048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43263" y="283771"/>
            <a:ext cx="7605109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516" tIns="45258" rIns="90516" bIns="4525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Title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7538" y="1843907"/>
            <a:ext cx="7590053" cy="3563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516" tIns="45258" rIns="90516" bIns="4525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Level two</a:t>
            </a:r>
          </a:p>
          <a:p>
            <a:pPr lvl="2"/>
            <a:r>
              <a:rPr lang="en-GB" noProof="0"/>
              <a:t>Level three</a:t>
            </a:r>
          </a:p>
          <a:p>
            <a:pPr lvl="3"/>
            <a:r>
              <a:rPr lang="en-GB" noProof="0"/>
              <a:t>Level four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2" r:id="rId2"/>
    <p:sldLayoutId id="2147483694" r:id="rId3"/>
    <p:sldLayoutId id="2147483695" r:id="rId4"/>
    <p:sldLayoutId id="2147483684" r:id="rId5"/>
    <p:sldLayoutId id="2147483691" r:id="rId6"/>
    <p:sldLayoutId id="2147483707" r:id="rId7"/>
    <p:sldLayoutId id="2147483683" r:id="rId8"/>
    <p:sldLayoutId id="2147483705" r:id="rId9"/>
    <p:sldLayoutId id="2147483682" r:id="rId10"/>
    <p:sldLayoutId id="2147483703" r:id="rId11"/>
    <p:sldLayoutId id="2147483689" r:id="rId12"/>
  </p:sldLayoutIdLst>
  <p:txStyles>
    <p:titleStyle>
      <a:lvl1pPr algn="l" defTabSz="904875" rtl="0" eaLnBrk="1" fontAlgn="base" hangingPunct="1">
        <a:spcBef>
          <a:spcPct val="0"/>
        </a:spcBef>
        <a:spcAft>
          <a:spcPct val="0"/>
        </a:spcAft>
        <a:defRPr sz="3600" b="0">
          <a:solidFill>
            <a:schemeClr val="tx1"/>
          </a:solidFill>
          <a:latin typeface="+mj-lt"/>
          <a:ea typeface="ＭＳ Ｐゴシック" charset="-128"/>
          <a:cs typeface="+mj-cs"/>
        </a:defRPr>
      </a:lvl1pPr>
      <a:lvl2pPr algn="l" defTabSz="904875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charset="-128"/>
        </a:defRPr>
      </a:lvl2pPr>
      <a:lvl3pPr algn="l" defTabSz="904875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charset="-128"/>
        </a:defRPr>
      </a:lvl3pPr>
      <a:lvl4pPr algn="l" defTabSz="904875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charset="-128"/>
        </a:defRPr>
      </a:lvl4pPr>
      <a:lvl5pPr algn="l" defTabSz="904875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charset="-128"/>
        </a:defRPr>
      </a:lvl5pPr>
      <a:lvl6pPr marL="457200" algn="l" defTabSz="904875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</a:defRPr>
      </a:lvl6pPr>
      <a:lvl7pPr marL="914400" algn="l" defTabSz="904875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</a:defRPr>
      </a:lvl7pPr>
      <a:lvl8pPr marL="1371600" algn="l" defTabSz="904875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</a:defRPr>
      </a:lvl8pPr>
      <a:lvl9pPr marL="1828800" algn="l" defTabSz="904875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</a:defRPr>
      </a:lvl9pPr>
    </p:titleStyle>
    <p:bodyStyle>
      <a:lvl1pPr marL="230188" indent="-230188" algn="l" defTabSz="904875" rtl="0" eaLnBrk="1" fontAlgn="base" hangingPunct="1">
        <a:spcBef>
          <a:spcPts val="1000"/>
        </a:spcBef>
        <a:spcAft>
          <a:spcPts val="0"/>
        </a:spcAft>
        <a:buClr>
          <a:schemeClr val="tx2"/>
        </a:buClr>
        <a:buFont typeface="Arial" pitchFamily="34" charset="0"/>
        <a:buChar char="•"/>
        <a:defRPr sz="2200" b="0">
          <a:solidFill>
            <a:schemeClr val="tx2"/>
          </a:solidFill>
          <a:latin typeface="+mn-lt"/>
          <a:ea typeface="ＭＳ Ｐゴシック" charset="-128"/>
          <a:cs typeface="+mn-cs"/>
        </a:defRPr>
      </a:lvl1pPr>
      <a:lvl2pPr marL="700088" indent="-247650" algn="l" defTabSz="904875" rtl="0" eaLnBrk="1" fontAlgn="base" hangingPunct="1">
        <a:spcBef>
          <a:spcPts val="1000"/>
        </a:spcBef>
        <a:spcAft>
          <a:spcPts val="0"/>
        </a:spcAft>
        <a:buClr>
          <a:schemeClr val="tx1"/>
        </a:buClr>
        <a:buChar char="–"/>
        <a:defRPr sz="2200" b="0">
          <a:solidFill>
            <a:schemeClr val="tx2"/>
          </a:solidFill>
          <a:latin typeface="+mn-lt"/>
          <a:ea typeface="ＭＳ Ｐゴシック" charset="-128"/>
        </a:defRPr>
      </a:lvl2pPr>
      <a:lvl3pPr marL="1089025" indent="-179388" algn="l" defTabSz="904875" rtl="0" eaLnBrk="1" fontAlgn="base" hangingPunct="1">
        <a:spcBef>
          <a:spcPts val="1000"/>
        </a:spcBef>
        <a:spcAft>
          <a:spcPts val="0"/>
        </a:spcAft>
        <a:buClr>
          <a:schemeClr val="tx1"/>
        </a:buClr>
        <a:buFont typeface="Lucida Grande"/>
        <a:buChar char="»"/>
        <a:defRPr sz="2000" b="0">
          <a:solidFill>
            <a:schemeClr val="tx2"/>
          </a:solidFill>
          <a:latin typeface="+mn-lt"/>
          <a:ea typeface="ＭＳ Ｐゴシック" charset="-128"/>
        </a:defRPr>
      </a:lvl3pPr>
      <a:lvl4pPr marL="1550988" indent="-193675" algn="l" defTabSz="904875" rtl="0" eaLnBrk="1" fontAlgn="base" hangingPunct="1">
        <a:spcBef>
          <a:spcPts val="1000"/>
        </a:spcBef>
        <a:spcAft>
          <a:spcPts val="0"/>
        </a:spcAft>
        <a:buClr>
          <a:schemeClr val="tx1"/>
        </a:buClr>
        <a:buChar char="–"/>
        <a:defRPr sz="2000" b="0">
          <a:solidFill>
            <a:schemeClr val="tx2"/>
          </a:solidFill>
          <a:latin typeface="+mn-lt"/>
          <a:ea typeface="ＭＳ Ｐゴシック" charset="-128"/>
        </a:defRPr>
      </a:lvl4pPr>
      <a:lvl5pPr marL="2036763" indent="-227013" algn="l" defTabSz="904875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ＭＳ Ｐゴシック" charset="-128"/>
        </a:defRPr>
      </a:lvl5pPr>
      <a:lvl6pPr marL="2493963" indent="-227013" algn="l" defTabSz="904875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51163" indent="-227013" algn="l" defTabSz="904875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08363" indent="-227013" algn="l" defTabSz="904875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65563" indent="-227013" algn="l" defTabSz="904875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sv-S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wn Arrow 1">
            <a:extLst>
              <a:ext uri="{FF2B5EF4-FFF2-40B4-BE49-F238E27FC236}">
                <a16:creationId xmlns:a16="http://schemas.microsoft.com/office/drawing/2014/main" id="{F11844A5-A0FD-304B-0CDB-157A639350E9}"/>
              </a:ext>
            </a:extLst>
          </p:cNvPr>
          <p:cNvSpPr/>
          <p:nvPr/>
        </p:nvSpPr>
        <p:spPr bwMode="auto">
          <a:xfrm>
            <a:off x="993913" y="745435"/>
            <a:ext cx="248478" cy="5416826"/>
          </a:xfrm>
          <a:prstGeom prst="downArrow">
            <a:avLst/>
          </a:prstGeom>
          <a:solidFill>
            <a:srgbClr val="26262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08B6E2-CB39-268B-F93D-A6D7AF68B79D}"/>
              </a:ext>
            </a:extLst>
          </p:cNvPr>
          <p:cNvSpPr txBox="1"/>
          <p:nvPr/>
        </p:nvSpPr>
        <p:spPr>
          <a:xfrm>
            <a:off x="66412" y="2633869"/>
            <a:ext cx="857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200" b="0" dirty="0">
                <a:solidFill>
                  <a:schemeClr val="tx2"/>
                </a:solidFill>
              </a:rPr>
              <a:t>Execution</a:t>
            </a:r>
          </a:p>
          <a:p>
            <a:pPr algn="ctr"/>
            <a:r>
              <a:rPr lang="en-GB" sz="1200" b="0" dirty="0">
                <a:solidFill>
                  <a:schemeClr val="tx2"/>
                </a:solidFill>
              </a:rPr>
              <a:t>time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874EC99-18D3-4D1C-EBE4-22B9375FA524}"/>
              </a:ext>
            </a:extLst>
          </p:cNvPr>
          <p:cNvGrpSpPr/>
          <p:nvPr/>
        </p:nvGrpSpPr>
        <p:grpSpPr>
          <a:xfrm>
            <a:off x="2574235" y="406881"/>
            <a:ext cx="815008" cy="5755380"/>
            <a:chOff x="2574235" y="406881"/>
            <a:chExt cx="815008" cy="5755380"/>
          </a:xfrm>
        </p:grpSpPr>
        <p:sp>
          <p:nvSpPr>
            <p:cNvPr id="5" name="Down Arrow 4">
              <a:extLst>
                <a:ext uri="{FF2B5EF4-FFF2-40B4-BE49-F238E27FC236}">
                  <a16:creationId xmlns:a16="http://schemas.microsoft.com/office/drawing/2014/main" id="{595E805F-C879-C6E2-15ED-893CE8573E2F}"/>
                </a:ext>
              </a:extLst>
            </p:cNvPr>
            <p:cNvSpPr/>
            <p:nvPr/>
          </p:nvSpPr>
          <p:spPr bwMode="auto">
            <a:xfrm>
              <a:off x="2574235" y="745435"/>
              <a:ext cx="815008" cy="5416826"/>
            </a:xfrm>
            <a:prstGeom prst="downArrow">
              <a:avLst/>
            </a:prstGeom>
            <a:solidFill>
              <a:schemeClr val="accent2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048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097B640-7F8C-D672-7D25-C1AD2DC57C30}"/>
                </a:ext>
              </a:extLst>
            </p:cNvPr>
            <p:cNvSpPr txBox="1"/>
            <p:nvPr/>
          </p:nvSpPr>
          <p:spPr>
            <a:xfrm>
              <a:off x="2574235" y="406881"/>
              <a:ext cx="7774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="0" dirty="0">
                  <a:solidFill>
                    <a:schemeClr val="tx2"/>
                  </a:solidFill>
                </a:rPr>
                <a:t>Task 0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A5F6E74-AEDA-7B69-B32F-49DF641B9F6C}"/>
              </a:ext>
            </a:extLst>
          </p:cNvPr>
          <p:cNvGrpSpPr/>
          <p:nvPr/>
        </p:nvGrpSpPr>
        <p:grpSpPr>
          <a:xfrm>
            <a:off x="3816627" y="406881"/>
            <a:ext cx="815008" cy="5755380"/>
            <a:chOff x="2574235" y="406881"/>
            <a:chExt cx="815008" cy="5755380"/>
          </a:xfrm>
        </p:grpSpPr>
        <p:sp>
          <p:nvSpPr>
            <p:cNvPr id="10" name="Down Arrow 9">
              <a:extLst>
                <a:ext uri="{FF2B5EF4-FFF2-40B4-BE49-F238E27FC236}">
                  <a16:creationId xmlns:a16="http://schemas.microsoft.com/office/drawing/2014/main" id="{7FD7684F-358B-C11E-AEE2-5B1D382E702D}"/>
                </a:ext>
              </a:extLst>
            </p:cNvPr>
            <p:cNvSpPr/>
            <p:nvPr/>
          </p:nvSpPr>
          <p:spPr bwMode="auto">
            <a:xfrm>
              <a:off x="2574235" y="745435"/>
              <a:ext cx="815008" cy="5416826"/>
            </a:xfrm>
            <a:prstGeom prst="downArrow">
              <a:avLst/>
            </a:prstGeom>
            <a:solidFill>
              <a:schemeClr val="accent2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048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8CB2CB5-4624-8FF9-DD80-D843765478AC}"/>
                </a:ext>
              </a:extLst>
            </p:cNvPr>
            <p:cNvSpPr txBox="1"/>
            <p:nvPr/>
          </p:nvSpPr>
          <p:spPr>
            <a:xfrm>
              <a:off x="2574235" y="406881"/>
              <a:ext cx="7774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="0" dirty="0">
                  <a:solidFill>
                    <a:schemeClr val="tx2"/>
                  </a:solidFill>
                </a:rPr>
                <a:t>Task 1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907FBB0-3E3A-1688-0952-B541FC56FFA5}"/>
              </a:ext>
            </a:extLst>
          </p:cNvPr>
          <p:cNvGrpSpPr/>
          <p:nvPr/>
        </p:nvGrpSpPr>
        <p:grpSpPr>
          <a:xfrm>
            <a:off x="5059020" y="406881"/>
            <a:ext cx="815008" cy="5755380"/>
            <a:chOff x="2574235" y="406881"/>
            <a:chExt cx="815008" cy="5755380"/>
          </a:xfrm>
        </p:grpSpPr>
        <p:sp>
          <p:nvSpPr>
            <p:cNvPr id="13" name="Down Arrow 12">
              <a:extLst>
                <a:ext uri="{FF2B5EF4-FFF2-40B4-BE49-F238E27FC236}">
                  <a16:creationId xmlns:a16="http://schemas.microsoft.com/office/drawing/2014/main" id="{89F30ECC-A328-D83D-D510-1924F785F28B}"/>
                </a:ext>
              </a:extLst>
            </p:cNvPr>
            <p:cNvSpPr/>
            <p:nvPr/>
          </p:nvSpPr>
          <p:spPr bwMode="auto">
            <a:xfrm>
              <a:off x="2574235" y="745435"/>
              <a:ext cx="815008" cy="5416826"/>
            </a:xfrm>
            <a:prstGeom prst="downArrow">
              <a:avLst/>
            </a:prstGeom>
            <a:solidFill>
              <a:schemeClr val="accent2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048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4803ECA-20EA-CE6C-1D65-646CD9F8A35C}"/>
                </a:ext>
              </a:extLst>
            </p:cNvPr>
            <p:cNvSpPr txBox="1"/>
            <p:nvPr/>
          </p:nvSpPr>
          <p:spPr>
            <a:xfrm>
              <a:off x="2574235" y="406881"/>
              <a:ext cx="7774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="0" dirty="0">
                  <a:solidFill>
                    <a:schemeClr val="tx2"/>
                  </a:solidFill>
                </a:rPr>
                <a:t>Task 2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A49898C-896C-A5A8-0B3B-C6ADC66D02A0}"/>
              </a:ext>
            </a:extLst>
          </p:cNvPr>
          <p:cNvGrpSpPr/>
          <p:nvPr/>
        </p:nvGrpSpPr>
        <p:grpSpPr>
          <a:xfrm>
            <a:off x="6301412" y="406881"/>
            <a:ext cx="815008" cy="5755380"/>
            <a:chOff x="2574235" y="406881"/>
            <a:chExt cx="815008" cy="5755380"/>
          </a:xfrm>
        </p:grpSpPr>
        <p:sp>
          <p:nvSpPr>
            <p:cNvPr id="16" name="Down Arrow 15">
              <a:extLst>
                <a:ext uri="{FF2B5EF4-FFF2-40B4-BE49-F238E27FC236}">
                  <a16:creationId xmlns:a16="http://schemas.microsoft.com/office/drawing/2014/main" id="{CCA3C10E-3AD8-AFE7-AA9F-125540B6CD75}"/>
                </a:ext>
              </a:extLst>
            </p:cNvPr>
            <p:cNvSpPr/>
            <p:nvPr/>
          </p:nvSpPr>
          <p:spPr bwMode="auto">
            <a:xfrm>
              <a:off x="2574235" y="745435"/>
              <a:ext cx="815008" cy="5416826"/>
            </a:xfrm>
            <a:prstGeom prst="downArrow">
              <a:avLst/>
            </a:prstGeom>
            <a:solidFill>
              <a:schemeClr val="accent2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048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452F337-D091-89B7-107B-88D7D518EA2F}"/>
                </a:ext>
              </a:extLst>
            </p:cNvPr>
            <p:cNvSpPr txBox="1"/>
            <p:nvPr/>
          </p:nvSpPr>
          <p:spPr>
            <a:xfrm>
              <a:off x="2574235" y="406881"/>
              <a:ext cx="7774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="0" dirty="0">
                  <a:solidFill>
                    <a:schemeClr val="tx2"/>
                  </a:solidFill>
                </a:rPr>
                <a:t>Task 3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E5294E3-46F7-EB1C-AC38-A0BEBD00729D}"/>
              </a:ext>
            </a:extLst>
          </p:cNvPr>
          <p:cNvGrpSpPr/>
          <p:nvPr/>
        </p:nvGrpSpPr>
        <p:grpSpPr>
          <a:xfrm>
            <a:off x="7543804" y="406881"/>
            <a:ext cx="815008" cy="5755380"/>
            <a:chOff x="2574235" y="406881"/>
            <a:chExt cx="815008" cy="5755380"/>
          </a:xfrm>
        </p:grpSpPr>
        <p:sp>
          <p:nvSpPr>
            <p:cNvPr id="19" name="Down Arrow 18">
              <a:extLst>
                <a:ext uri="{FF2B5EF4-FFF2-40B4-BE49-F238E27FC236}">
                  <a16:creationId xmlns:a16="http://schemas.microsoft.com/office/drawing/2014/main" id="{A1DE120E-B6E2-0229-F6E9-5132E6B4503D}"/>
                </a:ext>
              </a:extLst>
            </p:cNvPr>
            <p:cNvSpPr/>
            <p:nvPr/>
          </p:nvSpPr>
          <p:spPr bwMode="auto">
            <a:xfrm>
              <a:off x="2574235" y="745435"/>
              <a:ext cx="815008" cy="5416826"/>
            </a:xfrm>
            <a:prstGeom prst="downArrow">
              <a:avLst/>
            </a:prstGeom>
            <a:solidFill>
              <a:schemeClr val="accent2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048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FA8C7BF-856C-BF46-DB40-774315037EF1}"/>
                </a:ext>
              </a:extLst>
            </p:cNvPr>
            <p:cNvSpPr txBox="1"/>
            <p:nvPr/>
          </p:nvSpPr>
          <p:spPr>
            <a:xfrm>
              <a:off x="2574235" y="406881"/>
              <a:ext cx="7774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="0" dirty="0">
                  <a:solidFill>
                    <a:schemeClr val="tx2"/>
                  </a:solidFill>
                </a:rPr>
                <a:t>Task 4</a:t>
              </a:r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E681AE4-40DE-F96A-C849-604321A3D545}"/>
              </a:ext>
            </a:extLst>
          </p:cNvPr>
          <p:cNvCxnSpPr/>
          <p:nvPr/>
        </p:nvCxnSpPr>
        <p:spPr bwMode="auto">
          <a:xfrm>
            <a:off x="3186375" y="869521"/>
            <a:ext cx="835863" cy="19073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1D2413D-BD90-96B9-7FCD-158E9D9C84D3}"/>
              </a:ext>
            </a:extLst>
          </p:cNvPr>
          <p:cNvCxnSpPr>
            <a:cxnSpLocks/>
          </p:cNvCxnSpPr>
          <p:nvPr/>
        </p:nvCxnSpPr>
        <p:spPr bwMode="auto">
          <a:xfrm>
            <a:off x="3186375" y="869521"/>
            <a:ext cx="2086852" cy="21446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EC45270-7FC6-2AAC-3E86-70AD02D25A10}"/>
              </a:ext>
            </a:extLst>
          </p:cNvPr>
          <p:cNvCxnSpPr>
            <a:cxnSpLocks/>
          </p:cNvCxnSpPr>
          <p:nvPr/>
        </p:nvCxnSpPr>
        <p:spPr bwMode="auto">
          <a:xfrm>
            <a:off x="3185003" y="869521"/>
            <a:ext cx="3333603" cy="21446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228248E-C36A-114D-B48F-40650106CC4D}"/>
              </a:ext>
            </a:extLst>
          </p:cNvPr>
          <p:cNvCxnSpPr>
            <a:cxnSpLocks/>
          </p:cNvCxnSpPr>
          <p:nvPr/>
        </p:nvCxnSpPr>
        <p:spPr bwMode="auto">
          <a:xfrm>
            <a:off x="3185003" y="869521"/>
            <a:ext cx="4590202" cy="19073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AE9FF29-90A0-4FED-751D-991DD2D8C546}"/>
              </a:ext>
            </a:extLst>
          </p:cNvPr>
          <p:cNvGrpSpPr/>
          <p:nvPr/>
        </p:nvGrpSpPr>
        <p:grpSpPr>
          <a:xfrm>
            <a:off x="3183972" y="1422543"/>
            <a:ext cx="838266" cy="3896299"/>
            <a:chOff x="3183972" y="1422543"/>
            <a:chExt cx="838266" cy="3896299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100624C-522C-987A-ABF1-87C44184D552}"/>
                </a:ext>
              </a:extLst>
            </p:cNvPr>
            <p:cNvGrpSpPr/>
            <p:nvPr/>
          </p:nvGrpSpPr>
          <p:grpSpPr>
            <a:xfrm>
              <a:off x="3184317" y="1422543"/>
              <a:ext cx="837921" cy="204304"/>
              <a:chOff x="3184317" y="1422543"/>
              <a:chExt cx="837921" cy="204304"/>
            </a:xfrm>
          </p:grpSpPr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B66573E5-E9AF-CB88-64D6-23E0C851ADB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184317" y="1422543"/>
                <a:ext cx="837921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DCBCDD72-D454-0813-3E47-A1C7D8765A0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185003" y="1422543"/>
                <a:ext cx="837235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E833B91A-B3DE-69C2-1C8E-A1B9819C00D6}"/>
                </a:ext>
              </a:extLst>
            </p:cNvPr>
            <p:cNvGrpSpPr/>
            <p:nvPr/>
          </p:nvGrpSpPr>
          <p:grpSpPr>
            <a:xfrm>
              <a:off x="3183974" y="2201803"/>
              <a:ext cx="837921" cy="204304"/>
              <a:chOff x="3184317" y="1422543"/>
              <a:chExt cx="837921" cy="204304"/>
            </a:xfrm>
          </p:grpSpPr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CA558A41-4222-C342-79AF-8B273F8298E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184317" y="1422543"/>
                <a:ext cx="837921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7ED73D65-10DE-B546-AD1C-17BBE8695AD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185003" y="1422543"/>
                <a:ext cx="837235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3E81EF3B-BF7C-5E3D-E37C-EB1D4368AB93}"/>
                </a:ext>
              </a:extLst>
            </p:cNvPr>
            <p:cNvGrpSpPr/>
            <p:nvPr/>
          </p:nvGrpSpPr>
          <p:grpSpPr>
            <a:xfrm>
              <a:off x="3183973" y="2963544"/>
              <a:ext cx="837921" cy="204304"/>
              <a:chOff x="3184317" y="1422543"/>
              <a:chExt cx="837921" cy="204304"/>
            </a:xfrm>
          </p:grpSpPr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FDB8F7FD-EACC-E598-C872-3D40AFBCA33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184317" y="1422543"/>
                <a:ext cx="837921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A94ED5F8-1B7B-CB1B-C303-DBFA9BB3674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185003" y="1422543"/>
                <a:ext cx="837235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1BC10CF-3E92-4085-AF2E-3C8AE5F7BB1A}"/>
                </a:ext>
              </a:extLst>
            </p:cNvPr>
            <p:cNvGrpSpPr/>
            <p:nvPr/>
          </p:nvGrpSpPr>
          <p:grpSpPr>
            <a:xfrm>
              <a:off x="3183973" y="3725286"/>
              <a:ext cx="837921" cy="204304"/>
              <a:chOff x="3184317" y="1422543"/>
              <a:chExt cx="837921" cy="204304"/>
            </a:xfrm>
          </p:grpSpPr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5A7E72A4-880C-33A7-C811-4C74DA86380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184317" y="1422543"/>
                <a:ext cx="837921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CFE13B95-73FC-5101-8EE0-839971D5E59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185003" y="1422543"/>
                <a:ext cx="837235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9FE83E90-E19B-19C1-9467-F9FBECA9C6AF}"/>
                </a:ext>
              </a:extLst>
            </p:cNvPr>
            <p:cNvGrpSpPr/>
            <p:nvPr/>
          </p:nvGrpSpPr>
          <p:grpSpPr>
            <a:xfrm>
              <a:off x="3183973" y="4419912"/>
              <a:ext cx="837921" cy="204304"/>
              <a:chOff x="3184317" y="1422543"/>
              <a:chExt cx="837921" cy="204304"/>
            </a:xfrm>
          </p:grpSpPr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5C8F198A-B9D2-9727-F6AA-93C82FD2A0C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184317" y="1422543"/>
                <a:ext cx="837921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4128A2FF-3EA0-0E27-756B-AE1B0624D60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185003" y="1422543"/>
                <a:ext cx="837235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01739CC4-32C6-F644-DC97-A5825022BCD6}"/>
                </a:ext>
              </a:extLst>
            </p:cNvPr>
            <p:cNvGrpSpPr/>
            <p:nvPr/>
          </p:nvGrpSpPr>
          <p:grpSpPr>
            <a:xfrm>
              <a:off x="3183972" y="5114538"/>
              <a:ext cx="837921" cy="204304"/>
              <a:chOff x="3184317" y="1422543"/>
              <a:chExt cx="837921" cy="204304"/>
            </a:xfrm>
          </p:grpSpPr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40577390-67C1-51E6-59A7-099BA605E7E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184317" y="1422543"/>
                <a:ext cx="837921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8034205C-C27F-F97A-5D6F-2941F8D87F1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185003" y="1422543"/>
                <a:ext cx="837235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8472265-D040-E075-017B-A7DD02782EFB}"/>
              </a:ext>
            </a:extLst>
          </p:cNvPr>
          <p:cNvGrpSpPr/>
          <p:nvPr/>
        </p:nvGrpSpPr>
        <p:grpSpPr>
          <a:xfrm>
            <a:off x="4426194" y="1422543"/>
            <a:ext cx="838266" cy="3896299"/>
            <a:chOff x="3183972" y="1422543"/>
            <a:chExt cx="838266" cy="3896299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59E9E63-4B28-BB4E-412D-0A9DDBA6D7BD}"/>
                </a:ext>
              </a:extLst>
            </p:cNvPr>
            <p:cNvGrpSpPr/>
            <p:nvPr/>
          </p:nvGrpSpPr>
          <p:grpSpPr>
            <a:xfrm>
              <a:off x="3184317" y="1422543"/>
              <a:ext cx="837921" cy="204304"/>
              <a:chOff x="3184317" y="1422543"/>
              <a:chExt cx="837921" cy="204304"/>
            </a:xfrm>
          </p:grpSpPr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C167CBEC-5F9D-8FA0-504F-E04D5677563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184317" y="1422543"/>
                <a:ext cx="837921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596DDF11-E927-B2C4-0A9E-623D4031373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185003" y="1422543"/>
                <a:ext cx="837235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91F30841-00B0-2028-10B7-944712147B92}"/>
                </a:ext>
              </a:extLst>
            </p:cNvPr>
            <p:cNvGrpSpPr/>
            <p:nvPr/>
          </p:nvGrpSpPr>
          <p:grpSpPr>
            <a:xfrm>
              <a:off x="3183974" y="2201803"/>
              <a:ext cx="837921" cy="204304"/>
              <a:chOff x="3184317" y="1422543"/>
              <a:chExt cx="837921" cy="204304"/>
            </a:xfrm>
          </p:grpSpPr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D50F28BC-CAF2-55E2-022A-8BE161A59FD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184317" y="1422543"/>
                <a:ext cx="837921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F1C87975-1D66-BAEA-AC14-2D8C36939B0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185003" y="1422543"/>
                <a:ext cx="837235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92DB4410-7E13-E884-0D20-923F50E82828}"/>
                </a:ext>
              </a:extLst>
            </p:cNvPr>
            <p:cNvGrpSpPr/>
            <p:nvPr/>
          </p:nvGrpSpPr>
          <p:grpSpPr>
            <a:xfrm>
              <a:off x="3183973" y="2963544"/>
              <a:ext cx="837921" cy="204304"/>
              <a:chOff x="3184317" y="1422543"/>
              <a:chExt cx="837921" cy="204304"/>
            </a:xfrm>
          </p:grpSpPr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96A2F25D-5979-5C21-FDBF-38EB9957A81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184317" y="1422543"/>
                <a:ext cx="837921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8376621A-0419-D26E-B3EE-CEE05263E02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185003" y="1422543"/>
                <a:ext cx="837235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7B548D3E-9588-BC52-2ABB-AAEEF382C186}"/>
                </a:ext>
              </a:extLst>
            </p:cNvPr>
            <p:cNvGrpSpPr/>
            <p:nvPr/>
          </p:nvGrpSpPr>
          <p:grpSpPr>
            <a:xfrm>
              <a:off x="3183973" y="3725286"/>
              <a:ext cx="837921" cy="204304"/>
              <a:chOff x="3184317" y="1422543"/>
              <a:chExt cx="837921" cy="204304"/>
            </a:xfrm>
          </p:grpSpPr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F074662D-C4B2-3A08-714E-2B9551094DB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184317" y="1422543"/>
                <a:ext cx="837921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FB621A13-7EFF-5D3D-4F46-A92D24C0969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185003" y="1422543"/>
                <a:ext cx="837235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EBD5D5CF-8213-1B5B-4BBD-7594D796A575}"/>
                </a:ext>
              </a:extLst>
            </p:cNvPr>
            <p:cNvGrpSpPr/>
            <p:nvPr/>
          </p:nvGrpSpPr>
          <p:grpSpPr>
            <a:xfrm>
              <a:off x="3183973" y="4419912"/>
              <a:ext cx="837921" cy="204304"/>
              <a:chOff x="3184317" y="1422543"/>
              <a:chExt cx="837921" cy="204304"/>
            </a:xfrm>
          </p:grpSpPr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CBA0C7C0-EB05-B689-57FF-D7340559C7A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184317" y="1422543"/>
                <a:ext cx="837921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14F98EBA-3386-52B8-23B5-8414A40581E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185003" y="1422543"/>
                <a:ext cx="837235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E048DEB4-FE14-55F0-B76B-547EB26797F4}"/>
                </a:ext>
              </a:extLst>
            </p:cNvPr>
            <p:cNvGrpSpPr/>
            <p:nvPr/>
          </p:nvGrpSpPr>
          <p:grpSpPr>
            <a:xfrm>
              <a:off x="3183972" y="5114538"/>
              <a:ext cx="837921" cy="204304"/>
              <a:chOff x="3184317" y="1422543"/>
              <a:chExt cx="837921" cy="204304"/>
            </a:xfrm>
          </p:grpSpPr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6FD70607-4ED8-FB7D-B733-550856713BA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184317" y="1422543"/>
                <a:ext cx="837921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20BF75A9-A63C-73BF-6037-CBBB18E15B6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185003" y="1422543"/>
                <a:ext cx="837235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671E209-9E5D-1894-0A19-F384DE8AEC65}"/>
              </a:ext>
            </a:extLst>
          </p:cNvPr>
          <p:cNvGrpSpPr/>
          <p:nvPr/>
        </p:nvGrpSpPr>
        <p:grpSpPr>
          <a:xfrm>
            <a:off x="5668416" y="1422543"/>
            <a:ext cx="838266" cy="3896299"/>
            <a:chOff x="3183972" y="1422543"/>
            <a:chExt cx="838266" cy="3896299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BCB86ADA-67D8-3C3B-0264-12D9524423F4}"/>
                </a:ext>
              </a:extLst>
            </p:cNvPr>
            <p:cNvGrpSpPr/>
            <p:nvPr/>
          </p:nvGrpSpPr>
          <p:grpSpPr>
            <a:xfrm>
              <a:off x="3184317" y="1422543"/>
              <a:ext cx="837921" cy="204304"/>
              <a:chOff x="3184317" y="1422543"/>
              <a:chExt cx="837921" cy="204304"/>
            </a:xfrm>
          </p:grpSpPr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691BE311-EAB7-20AC-56DC-FDB22F16739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184317" y="1422543"/>
                <a:ext cx="837921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6BCAEA0F-5CE3-4600-44C1-36DC7270C13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185003" y="1422543"/>
                <a:ext cx="837235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65E131C3-CE64-BE7B-31A0-1E6CF24EC1CD}"/>
                </a:ext>
              </a:extLst>
            </p:cNvPr>
            <p:cNvGrpSpPr/>
            <p:nvPr/>
          </p:nvGrpSpPr>
          <p:grpSpPr>
            <a:xfrm>
              <a:off x="3183974" y="2201803"/>
              <a:ext cx="837921" cy="204304"/>
              <a:chOff x="3184317" y="1422543"/>
              <a:chExt cx="837921" cy="204304"/>
            </a:xfrm>
          </p:grpSpPr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4320AD42-C98F-B12C-192B-67EB7D2F6DC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184317" y="1422543"/>
                <a:ext cx="837921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CCABF2C9-4F3A-FE5A-B3E5-39B249013BA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185003" y="1422543"/>
                <a:ext cx="837235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BE3F34E1-278E-B4F0-FE0B-18AC3ADF27EB}"/>
                </a:ext>
              </a:extLst>
            </p:cNvPr>
            <p:cNvGrpSpPr/>
            <p:nvPr/>
          </p:nvGrpSpPr>
          <p:grpSpPr>
            <a:xfrm>
              <a:off x="3183973" y="2963544"/>
              <a:ext cx="837921" cy="204304"/>
              <a:chOff x="3184317" y="1422543"/>
              <a:chExt cx="837921" cy="204304"/>
            </a:xfrm>
          </p:grpSpPr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9E10D710-43D7-36E5-BC11-AD4A6B62BBD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184317" y="1422543"/>
                <a:ext cx="837921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6B42CCC8-888C-D8CD-A57E-0BBB7623F5C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185003" y="1422543"/>
                <a:ext cx="837235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E5EA3DD7-2D91-E03B-AAF4-3CE86F688D89}"/>
                </a:ext>
              </a:extLst>
            </p:cNvPr>
            <p:cNvGrpSpPr/>
            <p:nvPr/>
          </p:nvGrpSpPr>
          <p:grpSpPr>
            <a:xfrm>
              <a:off x="3183973" y="3725286"/>
              <a:ext cx="837921" cy="204304"/>
              <a:chOff x="3184317" y="1422543"/>
              <a:chExt cx="837921" cy="204304"/>
            </a:xfrm>
          </p:grpSpPr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8454820B-78E6-71AD-0000-C80128C474A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184317" y="1422543"/>
                <a:ext cx="837921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841367B3-A75C-E2E9-EADD-4A649928A01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185003" y="1422543"/>
                <a:ext cx="837235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451BFE76-74B1-E9C9-6A35-644FBDF9990B}"/>
                </a:ext>
              </a:extLst>
            </p:cNvPr>
            <p:cNvGrpSpPr/>
            <p:nvPr/>
          </p:nvGrpSpPr>
          <p:grpSpPr>
            <a:xfrm>
              <a:off x="3183973" y="4419912"/>
              <a:ext cx="837921" cy="204304"/>
              <a:chOff x="3184317" y="1422543"/>
              <a:chExt cx="837921" cy="204304"/>
            </a:xfrm>
          </p:grpSpPr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3D30A1FC-C706-5D67-51F9-056D03D46C4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184317" y="1422543"/>
                <a:ext cx="837921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97B1910C-4D9C-A98E-CB71-36998DD95FB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185003" y="1422543"/>
                <a:ext cx="837235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4F2A62C4-A6E0-2B3E-D965-48FBFE9C50A2}"/>
                </a:ext>
              </a:extLst>
            </p:cNvPr>
            <p:cNvGrpSpPr/>
            <p:nvPr/>
          </p:nvGrpSpPr>
          <p:grpSpPr>
            <a:xfrm>
              <a:off x="3183972" y="5114538"/>
              <a:ext cx="837921" cy="204304"/>
              <a:chOff x="3184317" y="1422543"/>
              <a:chExt cx="837921" cy="204304"/>
            </a:xfrm>
          </p:grpSpPr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03617281-EAE5-B3B0-6047-BBF2B1B8637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184317" y="1422543"/>
                <a:ext cx="837921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B30A2257-5340-F7D3-FA61-73B0C458CB0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185003" y="1422543"/>
                <a:ext cx="837235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0B24EADB-F4EA-F5D4-D322-ACC97F69B12D}"/>
              </a:ext>
            </a:extLst>
          </p:cNvPr>
          <p:cNvGrpSpPr/>
          <p:nvPr/>
        </p:nvGrpSpPr>
        <p:grpSpPr>
          <a:xfrm>
            <a:off x="6910638" y="1422543"/>
            <a:ext cx="838266" cy="3896299"/>
            <a:chOff x="3183972" y="1422543"/>
            <a:chExt cx="838266" cy="3896299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0FFE077B-7E38-A94E-8CCD-1EDDF19DFEE0}"/>
                </a:ext>
              </a:extLst>
            </p:cNvPr>
            <p:cNvGrpSpPr/>
            <p:nvPr/>
          </p:nvGrpSpPr>
          <p:grpSpPr>
            <a:xfrm>
              <a:off x="3184317" y="1422543"/>
              <a:ext cx="837921" cy="204304"/>
              <a:chOff x="3184317" y="1422543"/>
              <a:chExt cx="837921" cy="204304"/>
            </a:xfrm>
          </p:grpSpPr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2C6E5237-42C4-ADAE-2FD4-7DE7DBC5D67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184317" y="1422543"/>
                <a:ext cx="837921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E7B52D06-BFBD-7E27-9F9B-2CA19D87067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185003" y="1422543"/>
                <a:ext cx="837235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62B6D41B-DF78-B02C-7F72-688FCC4D5D05}"/>
                </a:ext>
              </a:extLst>
            </p:cNvPr>
            <p:cNvGrpSpPr/>
            <p:nvPr/>
          </p:nvGrpSpPr>
          <p:grpSpPr>
            <a:xfrm>
              <a:off x="3183974" y="2201803"/>
              <a:ext cx="837921" cy="204304"/>
              <a:chOff x="3184317" y="1422543"/>
              <a:chExt cx="837921" cy="204304"/>
            </a:xfrm>
          </p:grpSpPr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B8E03A3C-1D40-2352-6174-F72DB68A0DD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184317" y="1422543"/>
                <a:ext cx="837921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13" name="Straight Arrow Connector 112">
                <a:extLst>
                  <a:ext uri="{FF2B5EF4-FFF2-40B4-BE49-F238E27FC236}">
                    <a16:creationId xmlns:a16="http://schemas.microsoft.com/office/drawing/2014/main" id="{44D4BA12-B6E7-E3BF-2408-0B59315D486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185003" y="1422543"/>
                <a:ext cx="837235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4B44F92B-6E83-62D0-4B0F-5F2EEE4F0E70}"/>
                </a:ext>
              </a:extLst>
            </p:cNvPr>
            <p:cNvGrpSpPr/>
            <p:nvPr/>
          </p:nvGrpSpPr>
          <p:grpSpPr>
            <a:xfrm>
              <a:off x="3183973" y="2963544"/>
              <a:ext cx="837921" cy="204304"/>
              <a:chOff x="3184317" y="1422543"/>
              <a:chExt cx="837921" cy="204304"/>
            </a:xfrm>
          </p:grpSpPr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4A78F1D1-88F3-1DBF-F624-3B97B6938C3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184317" y="1422543"/>
                <a:ext cx="837921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486640C2-50E3-8EA2-E7B8-07BDA121791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185003" y="1422543"/>
                <a:ext cx="837235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1525747C-9236-913A-3CF3-5EF7331FEF1B}"/>
                </a:ext>
              </a:extLst>
            </p:cNvPr>
            <p:cNvGrpSpPr/>
            <p:nvPr/>
          </p:nvGrpSpPr>
          <p:grpSpPr>
            <a:xfrm>
              <a:off x="3183973" y="3725286"/>
              <a:ext cx="837921" cy="204304"/>
              <a:chOff x="3184317" y="1422543"/>
              <a:chExt cx="837921" cy="204304"/>
            </a:xfrm>
          </p:grpSpPr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5EB12CAC-8BD4-9007-A076-0A32156869C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184317" y="1422543"/>
                <a:ext cx="837921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B30A0AD0-6F89-99E7-F47B-029FF62B256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185003" y="1422543"/>
                <a:ext cx="837235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A26FA3CB-9A60-8211-815C-8994D656AA2B}"/>
                </a:ext>
              </a:extLst>
            </p:cNvPr>
            <p:cNvGrpSpPr/>
            <p:nvPr/>
          </p:nvGrpSpPr>
          <p:grpSpPr>
            <a:xfrm>
              <a:off x="3183973" y="4419912"/>
              <a:ext cx="837921" cy="204304"/>
              <a:chOff x="3184317" y="1422543"/>
              <a:chExt cx="837921" cy="204304"/>
            </a:xfrm>
          </p:grpSpPr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E7DFA9D9-2389-FD86-0C8A-857127C3229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184317" y="1422543"/>
                <a:ext cx="837921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D49A7E3B-E775-E5B2-40C8-91EBF4A91E5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185003" y="1422543"/>
                <a:ext cx="837235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29537B0D-A086-A99E-0853-C6E887EB4381}"/>
                </a:ext>
              </a:extLst>
            </p:cNvPr>
            <p:cNvGrpSpPr/>
            <p:nvPr/>
          </p:nvGrpSpPr>
          <p:grpSpPr>
            <a:xfrm>
              <a:off x="3183972" y="5114538"/>
              <a:ext cx="837921" cy="204304"/>
              <a:chOff x="3184317" y="1422543"/>
              <a:chExt cx="837921" cy="204304"/>
            </a:xfrm>
          </p:grpSpPr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A1F82D55-B267-38DC-0632-F169B31487E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184317" y="1422543"/>
                <a:ext cx="837921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377F7C4F-BAE0-4657-23E9-760BA819C60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185003" y="1422543"/>
                <a:ext cx="837235" cy="204304"/>
              </a:xfrm>
              <a:prstGeom prst="straightConnector1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459171817"/>
      </p:ext>
    </p:extLst>
  </p:cSld>
  <p:clrMapOvr>
    <a:masterClrMapping/>
  </p:clrMapOvr>
</p:sld>
</file>

<file path=ppt/theme/theme1.xml><?xml version="1.0" encoding="utf-8"?>
<a:theme xmlns:a="http://schemas.openxmlformats.org/drawingml/2006/main" name="LU mall EN sltg 2012_hm_EN">
  <a:themeElements>
    <a:clrScheme name="Anpassad 4">
      <a:dk1>
        <a:srgbClr val="9C6114"/>
      </a:dk1>
      <a:lt1>
        <a:srgbClr val="FFFFFF"/>
      </a:lt1>
      <a:dk2>
        <a:srgbClr val="000000"/>
      </a:dk2>
      <a:lt2>
        <a:srgbClr val="000080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3333"/>
      </a:hlink>
      <a:folHlink>
        <a:srgbClr val="000080"/>
      </a:folHlink>
    </a:clrScheme>
    <a:fontScheme name="LundsUniversitet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6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048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1" i="0" u="none" strike="noStrike" cap="none" normalizeH="0" baseline="0" dirty="0" smtClean="0">
            <a:ln>
              <a:noFill/>
            </a:ln>
            <a:solidFill>
              <a:schemeClr val="tx2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048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sv-SE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1200" b="0" dirty="0" err="1" smtClean="0">
            <a:solidFill>
              <a:schemeClr val="tx2"/>
            </a:solidFill>
          </a:defRPr>
        </a:defPPr>
      </a:lstStyle>
    </a:txDef>
  </a:objectDefaults>
  <a:extraClrSchemeLst>
    <a:extraClrScheme>
      <a:clrScheme name="Standardformgivn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formgivn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formgivn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formgivn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formgivn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formgivn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formgivn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formgivn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formgivn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formgivn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formgivn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formgivn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formgivning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6633"/>
        </a:accent1>
        <a:accent2>
          <a:srgbClr val="C4BC9C"/>
        </a:accent2>
        <a:accent3>
          <a:srgbClr val="FFFFFF"/>
        </a:accent3>
        <a:accent4>
          <a:srgbClr val="000000"/>
        </a:accent4>
        <a:accent5>
          <a:srgbClr val="CAB8AD"/>
        </a:accent5>
        <a:accent6>
          <a:srgbClr val="B1AA8D"/>
        </a:accent6>
        <a:hlink>
          <a:srgbClr val="EB730F"/>
        </a:hlink>
        <a:folHlink>
          <a:srgbClr val="0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LU mall EN sltg 2012_hm_EN</Template>
  <TotalTime>57</TotalTime>
  <Words>12</Words>
  <Application>Microsoft Macintosh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Lucida Grande</vt:lpstr>
      <vt:lpstr>Times New Roman</vt:lpstr>
      <vt:lpstr>LU mall EN sltg 2012_hm_EN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Joachim Hein</dc:creator>
  <cp:lastModifiedBy>Joachim Hein</cp:lastModifiedBy>
  <cp:revision>2</cp:revision>
  <cp:lastPrinted>2011-10-27T13:44:15Z</cp:lastPrinted>
  <dcterms:created xsi:type="dcterms:W3CDTF">2025-11-11T08:55:48Z</dcterms:created>
  <dcterms:modified xsi:type="dcterms:W3CDTF">2025-11-11T09:53:41Z</dcterms:modified>
</cp:coreProperties>
</file>