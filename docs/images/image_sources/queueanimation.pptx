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345" r:id="rId5"/>
    <p:sldId id="340" r:id="rId6"/>
    <p:sldId id="344" r:id="rId7"/>
    <p:sldId id="343" r:id="rId8"/>
    <p:sldId id="342" r:id="rId9"/>
    <p:sldId id="341" r:id="rId10"/>
    <p:sldId id="346" r:id="rId11"/>
    <p:sldId id="347" r:id="rId12"/>
  </p:sldIdLst>
  <p:sldSz cx="9001125" cy="6840538"/>
  <p:notesSz cx="9931400" cy="6794500"/>
  <p:defaultTextStyle>
    <a:defPPr>
      <a:defRPr lang="sv-SE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12">
          <p15:clr>
            <a:srgbClr val="A4A3A4"/>
          </p15:clr>
        </p15:guide>
        <p15:guide id="2" orient="horz" pos="802">
          <p15:clr>
            <a:srgbClr val="A4A3A4"/>
          </p15:clr>
        </p15:guide>
        <p15:guide id="3" orient="horz" pos="119">
          <p15:clr>
            <a:srgbClr val="A4A3A4"/>
          </p15:clr>
        </p15:guide>
        <p15:guide id="4" orient="horz" pos="1122">
          <p15:clr>
            <a:srgbClr val="A4A3A4"/>
          </p15:clr>
        </p15:guide>
        <p15:guide id="5" pos="492">
          <p15:clr>
            <a:srgbClr val="A4A3A4"/>
          </p15:clr>
        </p15:guide>
        <p15:guide id="6" pos="115">
          <p15:clr>
            <a:srgbClr val="A4A3A4"/>
          </p15:clr>
        </p15:guide>
        <p15:guide id="7" pos="2617">
          <p15:clr>
            <a:srgbClr val="A4A3A4"/>
          </p15:clr>
        </p15:guide>
        <p15:guide id="8" pos="5565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0" userDrawn="1">
          <p15:clr>
            <a:srgbClr val="A4A3A4"/>
          </p15:clr>
        </p15:guide>
        <p15:guide id="2" pos="312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clrMru>
    <a:srgbClr val="E8C9B0"/>
    <a:srgbClr val="E5C6AB"/>
    <a:srgbClr val="E8CEB9"/>
    <a:srgbClr val="EFD5BE"/>
    <a:srgbClr val="ECCBB0"/>
    <a:srgbClr val="ECD1BB"/>
    <a:srgbClr val="EFD9C6"/>
    <a:srgbClr val="F2D7C0"/>
    <a:srgbClr val="F5DECB"/>
    <a:srgbClr val="F9E1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CB6D321-C1A9-5448-A54E-97876D902077}" v="7" dt="2025-09-02T18:26:10.1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llanmörkt format 2 - Dekorfärg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84"/>
    <p:restoredTop sz="94641"/>
  </p:normalViewPr>
  <p:slideViewPr>
    <p:cSldViewPr snapToGrid="0">
      <p:cViewPr>
        <p:scale>
          <a:sx n="251" d="100"/>
          <a:sy n="251" d="100"/>
        </p:scale>
        <p:origin x="328" y="-1128"/>
      </p:cViewPr>
      <p:guideLst>
        <p:guide orient="horz" pos="4212"/>
        <p:guide orient="horz" pos="802"/>
        <p:guide orient="horz" pos="119"/>
        <p:guide orient="horz" pos="1122"/>
        <p:guide pos="492"/>
        <p:guide pos="115"/>
        <p:guide pos="2617"/>
        <p:guide pos="5565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140"/>
        <p:guide pos="3128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achim Hein" userId="a6a5382b-b638-4a79-aef8-c5f0756b0477" providerId="ADAL" clId="{3DFFA9D8-8F3B-5C4C-945A-FE767CCAC43D}"/>
    <pc:docChg chg="undo custSel addSld delSld modSld modNotesMaster modHandout">
      <pc:chgData name="Joachim Hein" userId="a6a5382b-b638-4a79-aef8-c5f0756b0477" providerId="ADAL" clId="{3DFFA9D8-8F3B-5C4C-945A-FE767CCAC43D}" dt="2025-09-02T18:27:25.459" v="120" actId="20577"/>
      <pc:docMkLst>
        <pc:docMk/>
      </pc:docMkLst>
      <pc:sldChg chg="modSp mod">
        <pc:chgData name="Joachim Hein" userId="a6a5382b-b638-4a79-aef8-c5f0756b0477" providerId="ADAL" clId="{3DFFA9D8-8F3B-5C4C-945A-FE767CCAC43D}" dt="2025-09-02T11:14:14.365" v="66" actId="20577"/>
        <pc:sldMkLst>
          <pc:docMk/>
          <pc:sldMk cId="3223947842" sldId="342"/>
        </pc:sldMkLst>
        <pc:spChg chg="mod">
          <ac:chgData name="Joachim Hein" userId="a6a5382b-b638-4a79-aef8-c5f0756b0477" providerId="ADAL" clId="{3DFFA9D8-8F3B-5C4C-945A-FE767CCAC43D}" dt="2025-09-02T11:14:14.365" v="66" actId="20577"/>
          <ac:spMkLst>
            <pc:docMk/>
            <pc:sldMk cId="3223947842" sldId="342"/>
            <ac:spMk id="3" creationId="{00000000-0000-0000-0000-000000000000}"/>
          </ac:spMkLst>
        </pc:spChg>
      </pc:sldChg>
      <pc:sldChg chg="modSp mod">
        <pc:chgData name="Joachim Hein" userId="a6a5382b-b638-4a79-aef8-c5f0756b0477" providerId="ADAL" clId="{3DFFA9D8-8F3B-5C4C-945A-FE767CCAC43D}" dt="2025-09-02T14:17:04.031" v="67" actId="20577"/>
        <pc:sldMkLst>
          <pc:docMk/>
          <pc:sldMk cId="387322291" sldId="400"/>
        </pc:sldMkLst>
        <pc:spChg chg="mod">
          <ac:chgData name="Joachim Hein" userId="a6a5382b-b638-4a79-aef8-c5f0756b0477" providerId="ADAL" clId="{3DFFA9D8-8F3B-5C4C-945A-FE767CCAC43D}" dt="2025-09-02T14:17:04.031" v="67" actId="20577"/>
          <ac:spMkLst>
            <pc:docMk/>
            <pc:sldMk cId="387322291" sldId="400"/>
            <ac:spMk id="6" creationId="{00000000-0000-0000-0000-000000000000}"/>
          </ac:spMkLst>
        </pc:spChg>
      </pc:sldChg>
      <pc:sldChg chg="modNotes">
        <pc:chgData name="Joachim Hein" userId="a6a5382b-b638-4a79-aef8-c5f0756b0477" providerId="ADAL" clId="{3DFFA9D8-8F3B-5C4C-945A-FE767CCAC43D}" dt="2025-09-02T18:26:10.121" v="119"/>
        <pc:sldMkLst>
          <pc:docMk/>
          <pc:sldMk cId="2445341318" sldId="405"/>
        </pc:sldMkLst>
      </pc:sldChg>
      <pc:sldChg chg="modNotes">
        <pc:chgData name="Joachim Hein" userId="a6a5382b-b638-4a79-aef8-c5f0756b0477" providerId="ADAL" clId="{3DFFA9D8-8F3B-5C4C-945A-FE767CCAC43D}" dt="2025-09-02T18:26:10.121" v="119"/>
        <pc:sldMkLst>
          <pc:docMk/>
          <pc:sldMk cId="366041470" sldId="407"/>
        </pc:sldMkLst>
      </pc:sldChg>
      <pc:sldChg chg="modNotes">
        <pc:chgData name="Joachim Hein" userId="a6a5382b-b638-4a79-aef8-c5f0756b0477" providerId="ADAL" clId="{3DFFA9D8-8F3B-5C4C-945A-FE767CCAC43D}" dt="2025-09-02T18:26:10.121" v="119"/>
        <pc:sldMkLst>
          <pc:docMk/>
          <pc:sldMk cId="1523631378" sldId="408"/>
        </pc:sldMkLst>
      </pc:sldChg>
      <pc:sldChg chg="modSp mod">
        <pc:chgData name="Joachim Hein" userId="a6a5382b-b638-4a79-aef8-c5f0756b0477" providerId="ADAL" clId="{3DFFA9D8-8F3B-5C4C-945A-FE767CCAC43D}" dt="2025-09-02T10:57:02.800" v="3" actId="20577"/>
        <pc:sldMkLst>
          <pc:docMk/>
          <pc:sldMk cId="1890816925" sldId="427"/>
        </pc:sldMkLst>
        <pc:spChg chg="mod">
          <ac:chgData name="Joachim Hein" userId="a6a5382b-b638-4a79-aef8-c5f0756b0477" providerId="ADAL" clId="{3DFFA9D8-8F3B-5C4C-945A-FE767CCAC43D}" dt="2025-09-02T10:57:02.800" v="3" actId="20577"/>
          <ac:spMkLst>
            <pc:docMk/>
            <pc:sldMk cId="1890816925" sldId="427"/>
            <ac:spMk id="3" creationId="{00000000-0000-0000-0000-000000000000}"/>
          </ac:spMkLst>
        </pc:spChg>
      </pc:sldChg>
      <pc:sldChg chg="new del">
        <pc:chgData name="Joachim Hein" userId="a6a5382b-b638-4a79-aef8-c5f0756b0477" providerId="ADAL" clId="{3DFFA9D8-8F3B-5C4C-945A-FE767CCAC43D}" dt="2025-09-02T18:21:52.541" v="69" actId="680"/>
        <pc:sldMkLst>
          <pc:docMk/>
          <pc:sldMk cId="1219096204" sldId="439"/>
        </pc:sldMkLst>
      </pc:sldChg>
      <pc:sldChg chg="modSp add mod">
        <pc:chgData name="Joachim Hein" userId="a6a5382b-b638-4a79-aef8-c5f0756b0477" providerId="ADAL" clId="{3DFFA9D8-8F3B-5C4C-945A-FE767CCAC43D}" dt="2025-09-02T18:27:25.459" v="120" actId="20577"/>
        <pc:sldMkLst>
          <pc:docMk/>
          <pc:sldMk cId="3064101353" sldId="439"/>
        </pc:sldMkLst>
        <pc:spChg chg="mod">
          <ac:chgData name="Joachim Hein" userId="a6a5382b-b638-4a79-aef8-c5f0756b0477" providerId="ADAL" clId="{3DFFA9D8-8F3B-5C4C-945A-FE767CCAC43D}" dt="2025-09-02T18:22:14.317" v="90" actId="20577"/>
          <ac:spMkLst>
            <pc:docMk/>
            <pc:sldMk cId="3064101353" sldId="439"/>
            <ac:spMk id="2" creationId="{56CF9C82-B4CF-37A4-4036-A64ADE48C8FB}"/>
          </ac:spMkLst>
        </pc:spChg>
        <pc:spChg chg="mod">
          <ac:chgData name="Joachim Hein" userId="a6a5382b-b638-4a79-aef8-c5f0756b0477" providerId="ADAL" clId="{3DFFA9D8-8F3B-5C4C-945A-FE767CCAC43D}" dt="2025-09-02T18:24:55.767" v="118" actId="20577"/>
          <ac:spMkLst>
            <pc:docMk/>
            <pc:sldMk cId="3064101353" sldId="439"/>
            <ac:spMk id="4" creationId="{888995BE-50B9-C235-C160-DB0220D08D50}"/>
          </ac:spMkLst>
        </pc:spChg>
        <pc:spChg chg="mod">
          <ac:chgData name="Joachim Hein" userId="a6a5382b-b638-4a79-aef8-c5f0756b0477" providerId="ADAL" clId="{3DFFA9D8-8F3B-5C4C-945A-FE767CCAC43D}" dt="2025-09-02T18:27:25.459" v="120" actId="20577"/>
          <ac:spMkLst>
            <pc:docMk/>
            <pc:sldMk cId="3064101353" sldId="439"/>
            <ac:spMk id="5" creationId="{8076F6DF-1794-D909-D328-2DDBF38B97D1}"/>
          </ac:spMkLst>
        </pc:spChg>
      </pc:sldChg>
    </pc:docChg>
  </pc:docChgLst>
  <pc:docChgLst>
    <pc:chgData name="Joachim Hein" userId="a6a5382b-b638-4a79-aef8-c5f0756b0477" providerId="ADAL" clId="{79DBE637-283C-6F43-B329-5741B1859F6F}"/>
    <pc:docChg chg="modSld modNotesMaster modHandout">
      <pc:chgData name="Joachim Hein" userId="a6a5382b-b638-4a79-aef8-c5f0756b0477" providerId="ADAL" clId="{79DBE637-283C-6F43-B329-5741B1859F6F}" dt="2025-05-27T14:11:27.316" v="1"/>
      <pc:docMkLst>
        <pc:docMk/>
      </pc:docMkLst>
      <pc:sldChg chg="modNotes">
        <pc:chgData name="Joachim Hein" userId="a6a5382b-b638-4a79-aef8-c5f0756b0477" providerId="ADAL" clId="{79DBE637-283C-6F43-B329-5741B1859F6F}" dt="2025-05-27T14:11:27.316" v="1"/>
        <pc:sldMkLst>
          <pc:docMk/>
          <pc:sldMk cId="2445341318" sldId="405"/>
        </pc:sldMkLst>
      </pc:sldChg>
      <pc:sldChg chg="modNotes">
        <pc:chgData name="Joachim Hein" userId="a6a5382b-b638-4a79-aef8-c5f0756b0477" providerId="ADAL" clId="{79DBE637-283C-6F43-B329-5741B1859F6F}" dt="2025-05-27T14:11:27.316" v="1"/>
        <pc:sldMkLst>
          <pc:docMk/>
          <pc:sldMk cId="366041470" sldId="407"/>
        </pc:sldMkLst>
      </pc:sldChg>
      <pc:sldChg chg="modNotes">
        <pc:chgData name="Joachim Hein" userId="a6a5382b-b638-4a79-aef8-c5f0756b0477" providerId="ADAL" clId="{79DBE637-283C-6F43-B329-5741B1859F6F}" dt="2025-05-27T14:11:27.316" v="1"/>
        <pc:sldMkLst>
          <pc:docMk/>
          <pc:sldMk cId="1523631378" sldId="40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4303606" cy="339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sz="quarter" idx="1"/>
          </p:nvPr>
        </p:nvSpPr>
        <p:spPr>
          <a:xfrm>
            <a:off x="5625498" y="1"/>
            <a:ext cx="4303606" cy="339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53FA3B-A911-4294-9666-9D8A5388C07E}" type="datetimeFigureOut">
              <a:rPr lang="sv-SE" smtClean="0"/>
              <a:pPr/>
              <a:t>2025-10-31</a:t>
            </a:fld>
            <a:endParaRPr lang="sv-SE"/>
          </a:p>
        </p:txBody>
      </p:sp>
      <p:sp>
        <p:nvSpPr>
          <p:cNvPr id="4" name="Platshållare för sidfot 3"/>
          <p:cNvSpPr>
            <a:spLocks noGrp="1"/>
          </p:cNvSpPr>
          <p:nvPr>
            <p:ph type="ftr" sz="quarter" idx="2"/>
          </p:nvPr>
        </p:nvSpPr>
        <p:spPr>
          <a:xfrm>
            <a:off x="2" y="6453596"/>
            <a:ext cx="4303606" cy="339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5" name="Platshållare för bildnummer 4"/>
          <p:cNvSpPr>
            <a:spLocks noGrp="1"/>
          </p:cNvSpPr>
          <p:nvPr>
            <p:ph type="sldNum" sz="quarter" idx="3"/>
          </p:nvPr>
        </p:nvSpPr>
        <p:spPr>
          <a:xfrm>
            <a:off x="5625498" y="6453596"/>
            <a:ext cx="4303606" cy="339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FF35AB-58F5-4C8C-9928-1BF893383042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605305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4303606" cy="339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5625498" y="1"/>
            <a:ext cx="4303606" cy="339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AF5E47-94AA-AA43-B08E-C5A5421011EB}" type="datetimeFigureOut">
              <a:rPr lang="sv-SE" smtClean="0"/>
              <a:pPr/>
              <a:t>2025-10-31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3289300" y="509588"/>
            <a:ext cx="3352800" cy="25479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993140" y="3227388"/>
            <a:ext cx="7945120" cy="3057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2" y="6453596"/>
            <a:ext cx="4303606" cy="339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5625498" y="6453596"/>
            <a:ext cx="4303606" cy="339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13FD4B-1391-7946-A8ED-18550D8B130B}" type="slidenum">
              <a:rPr lang="sv-SE" smtClean="0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12102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tshållare för innehåll 2"/>
          <p:cNvSpPr>
            <a:spLocks noGrp="1"/>
          </p:cNvSpPr>
          <p:nvPr>
            <p:ph idx="1" hasCustomPrompt="1"/>
          </p:nvPr>
        </p:nvSpPr>
        <p:spPr>
          <a:xfrm>
            <a:off x="657538" y="1848670"/>
            <a:ext cx="7587440" cy="3563159"/>
          </a:xfrm>
        </p:spPr>
        <p:txBody>
          <a:bodyPr/>
          <a:lstStyle>
            <a:lvl1pPr>
              <a:spcAft>
                <a:spcPts val="0"/>
              </a:spcAft>
              <a:defRPr sz="2200"/>
            </a:lvl1pPr>
            <a:lvl2pPr>
              <a:spcAft>
                <a:spcPts val="0"/>
              </a:spcAft>
              <a:buClr>
                <a:schemeClr val="tx2"/>
              </a:buClr>
              <a:defRPr sz="2200"/>
            </a:lvl2pPr>
            <a:lvl3pPr>
              <a:spcAft>
                <a:spcPts val="0"/>
              </a:spcAft>
              <a:buClr>
                <a:schemeClr val="tx2"/>
              </a:buClr>
              <a:defRPr/>
            </a:lvl3pPr>
            <a:lvl4pPr>
              <a:spcAft>
                <a:spcPts val="0"/>
              </a:spcAft>
              <a:buClr>
                <a:schemeClr val="tx2"/>
              </a:buClr>
              <a:defRPr/>
            </a:lvl4pPr>
          </a:lstStyle>
          <a:p>
            <a:pPr lvl="0"/>
            <a:r>
              <a:rPr lang="en-GB" noProof="0"/>
              <a:t>Add text</a:t>
            </a:r>
          </a:p>
          <a:p>
            <a:pPr lvl="1"/>
            <a:r>
              <a:rPr lang="en-GB" noProof="0"/>
              <a:t>Level two</a:t>
            </a:r>
          </a:p>
          <a:p>
            <a:pPr lvl="2"/>
            <a:r>
              <a:rPr lang="en-GB" noProof="0"/>
              <a:t>Level three</a:t>
            </a:r>
          </a:p>
          <a:p>
            <a:pPr lvl="3"/>
            <a:r>
              <a:rPr lang="en-GB" noProof="0"/>
              <a:t>Level four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Grupp 30"/>
          <p:cNvGrpSpPr/>
          <p:nvPr/>
        </p:nvGrpSpPr>
        <p:grpSpPr>
          <a:xfrm>
            <a:off x="-119270" y="-59968"/>
            <a:ext cx="9228344" cy="6984776"/>
            <a:chOff x="-119270" y="-59968"/>
            <a:chExt cx="9228344" cy="6984776"/>
          </a:xfrm>
        </p:grpSpPr>
        <p:cxnSp>
          <p:nvCxnSpPr>
            <p:cNvPr id="25" name="Rak 24"/>
            <p:cNvCxnSpPr/>
            <p:nvPr userDrawn="1"/>
          </p:nvCxnSpPr>
          <p:spPr bwMode="auto">
            <a:xfrm>
              <a:off x="-119270" y="1772485"/>
              <a:ext cx="9228344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3" name="Rak 12"/>
            <p:cNvCxnSpPr/>
            <p:nvPr/>
          </p:nvCxnSpPr>
          <p:spPr bwMode="auto">
            <a:xfrm>
              <a:off x="-119270" y="176199"/>
              <a:ext cx="9228344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4" name="Rak 13"/>
            <p:cNvCxnSpPr/>
            <p:nvPr/>
          </p:nvCxnSpPr>
          <p:spPr bwMode="auto">
            <a:xfrm>
              <a:off x="-119270" y="1266406"/>
              <a:ext cx="9228344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5" name="Rak 14"/>
            <p:cNvCxnSpPr/>
            <p:nvPr/>
          </p:nvCxnSpPr>
          <p:spPr bwMode="auto">
            <a:xfrm>
              <a:off x="-119270" y="6676531"/>
              <a:ext cx="9228344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6" name="Rak 15"/>
            <p:cNvCxnSpPr/>
            <p:nvPr/>
          </p:nvCxnSpPr>
          <p:spPr bwMode="auto">
            <a:xfrm>
              <a:off x="170557" y="-59968"/>
              <a:ext cx="0" cy="698477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7" name="Rak 16"/>
            <p:cNvCxnSpPr/>
            <p:nvPr/>
          </p:nvCxnSpPr>
          <p:spPr bwMode="auto">
            <a:xfrm>
              <a:off x="8821042" y="-59968"/>
              <a:ext cx="0" cy="698477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0" name="Rak 19"/>
            <p:cNvCxnSpPr/>
            <p:nvPr/>
          </p:nvCxnSpPr>
          <p:spPr bwMode="auto">
            <a:xfrm>
              <a:off x="4138857" y="-59968"/>
              <a:ext cx="0" cy="698477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3" name="Rak 22"/>
            <p:cNvCxnSpPr/>
            <p:nvPr/>
          </p:nvCxnSpPr>
          <p:spPr bwMode="auto">
            <a:xfrm>
              <a:off x="770383" y="-59968"/>
              <a:ext cx="0" cy="698477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bg2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2" name="Rektangel 11"/>
            <p:cNvSpPr/>
            <p:nvPr userDrawn="1"/>
          </p:nvSpPr>
          <p:spPr bwMode="auto">
            <a:xfrm>
              <a:off x="0" y="0"/>
              <a:ext cx="9001125" cy="6840538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0487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GB" sz="1800" b="1" i="0" u="none" strike="noStrike" cap="none" normalizeH="0" baseline="0" noProof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</p:grp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40689" y="352399"/>
            <a:ext cx="7590053" cy="35631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0516" tIns="45258" rIns="90516" bIns="4525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Add text</a:t>
            </a:r>
          </a:p>
          <a:p>
            <a:pPr lvl="1"/>
            <a:r>
              <a:rPr lang="en-GB" noProof="0"/>
              <a:t>Level two</a:t>
            </a:r>
          </a:p>
          <a:p>
            <a:pPr lvl="2"/>
            <a:r>
              <a:rPr lang="en-GB" noProof="0"/>
              <a:t>Level three</a:t>
            </a:r>
          </a:p>
          <a:p>
            <a:pPr lvl="3"/>
            <a:r>
              <a:rPr lang="en-GB" noProof="0"/>
              <a:t>Level four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</p:sldLayoutIdLst>
  <p:txStyles>
    <p:titleStyle>
      <a:lvl1pPr algn="l" defTabSz="904875" rtl="0" eaLnBrk="1" fontAlgn="base" hangingPunct="1">
        <a:spcBef>
          <a:spcPct val="0"/>
        </a:spcBef>
        <a:spcAft>
          <a:spcPct val="0"/>
        </a:spcAft>
        <a:defRPr sz="3600" b="0">
          <a:solidFill>
            <a:schemeClr val="tx1"/>
          </a:solidFill>
          <a:latin typeface="+mj-lt"/>
          <a:ea typeface="ＭＳ Ｐゴシック" charset="-128"/>
          <a:cs typeface="+mj-cs"/>
        </a:defRPr>
      </a:lvl1pPr>
      <a:lvl2pPr algn="l" defTabSz="904875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ea typeface="ＭＳ Ｐゴシック" charset="-128"/>
        </a:defRPr>
      </a:lvl2pPr>
      <a:lvl3pPr algn="l" defTabSz="904875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ea typeface="ＭＳ Ｐゴシック" charset="-128"/>
        </a:defRPr>
      </a:lvl3pPr>
      <a:lvl4pPr algn="l" defTabSz="904875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ea typeface="ＭＳ Ｐゴシック" charset="-128"/>
        </a:defRPr>
      </a:lvl4pPr>
      <a:lvl5pPr algn="l" defTabSz="904875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  <a:ea typeface="ＭＳ Ｐゴシック" charset="-128"/>
        </a:defRPr>
      </a:lvl5pPr>
      <a:lvl6pPr marL="457200" algn="l" defTabSz="904875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</a:defRPr>
      </a:lvl6pPr>
      <a:lvl7pPr marL="914400" algn="l" defTabSz="904875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</a:defRPr>
      </a:lvl7pPr>
      <a:lvl8pPr marL="1371600" algn="l" defTabSz="904875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</a:defRPr>
      </a:lvl8pPr>
      <a:lvl9pPr marL="1828800" algn="l" defTabSz="904875" rtl="0" eaLnBrk="1" fontAlgn="base" hangingPunct="1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 charset="0"/>
        </a:defRPr>
      </a:lvl9pPr>
    </p:titleStyle>
    <p:bodyStyle>
      <a:lvl1pPr marL="230188" indent="-230188" algn="l" defTabSz="904875" rtl="0" eaLnBrk="1" fontAlgn="base" hangingPunct="1">
        <a:spcBef>
          <a:spcPts val="1000"/>
        </a:spcBef>
        <a:spcAft>
          <a:spcPts val="0"/>
        </a:spcAft>
        <a:buClr>
          <a:schemeClr val="tx2"/>
        </a:buClr>
        <a:buFont typeface="Arial" pitchFamily="34" charset="0"/>
        <a:buChar char="•"/>
        <a:defRPr sz="2200" b="0">
          <a:solidFill>
            <a:schemeClr val="tx2"/>
          </a:solidFill>
          <a:latin typeface="+mn-lt"/>
          <a:ea typeface="ＭＳ Ｐゴシック" charset="-128"/>
          <a:cs typeface="+mn-cs"/>
        </a:defRPr>
      </a:lvl1pPr>
      <a:lvl2pPr marL="700088" indent="-247650" algn="l" defTabSz="904875" rtl="0" eaLnBrk="1" fontAlgn="base" hangingPunct="1">
        <a:spcBef>
          <a:spcPts val="1000"/>
        </a:spcBef>
        <a:spcAft>
          <a:spcPts val="0"/>
        </a:spcAft>
        <a:buClr>
          <a:schemeClr val="tx1"/>
        </a:buClr>
        <a:buChar char="–"/>
        <a:defRPr sz="2200" b="0">
          <a:solidFill>
            <a:schemeClr val="tx2"/>
          </a:solidFill>
          <a:latin typeface="+mn-lt"/>
          <a:ea typeface="ＭＳ Ｐゴシック" charset="-128"/>
        </a:defRPr>
      </a:lvl2pPr>
      <a:lvl3pPr marL="1089025" indent="-179388" algn="l" defTabSz="904875" rtl="0" eaLnBrk="1" fontAlgn="base" hangingPunct="1">
        <a:spcBef>
          <a:spcPts val="1000"/>
        </a:spcBef>
        <a:spcAft>
          <a:spcPts val="0"/>
        </a:spcAft>
        <a:buClr>
          <a:schemeClr val="tx1"/>
        </a:buClr>
        <a:buFont typeface="Lucida Grande"/>
        <a:buChar char="»"/>
        <a:defRPr sz="2000" b="0">
          <a:solidFill>
            <a:schemeClr val="tx2"/>
          </a:solidFill>
          <a:latin typeface="+mn-lt"/>
          <a:ea typeface="ＭＳ Ｐゴシック" charset="-128"/>
        </a:defRPr>
      </a:lvl3pPr>
      <a:lvl4pPr marL="1550988" indent="-193675" algn="l" defTabSz="904875" rtl="0" eaLnBrk="1" fontAlgn="base" hangingPunct="1">
        <a:spcBef>
          <a:spcPts val="1000"/>
        </a:spcBef>
        <a:spcAft>
          <a:spcPts val="0"/>
        </a:spcAft>
        <a:buClr>
          <a:schemeClr val="tx1"/>
        </a:buClr>
        <a:buChar char="–"/>
        <a:defRPr sz="2000" b="0">
          <a:solidFill>
            <a:schemeClr val="tx2"/>
          </a:solidFill>
          <a:latin typeface="+mn-lt"/>
          <a:ea typeface="ＭＳ Ｐゴシック" charset="-128"/>
        </a:defRPr>
      </a:lvl4pPr>
      <a:lvl5pPr marL="2036763" indent="-227013" algn="l" defTabSz="904875" rtl="0" eaLnBrk="1" fontAlgn="base" hangingPunct="1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ＭＳ Ｐゴシック" charset="-128"/>
        </a:defRPr>
      </a:lvl5pPr>
      <a:lvl6pPr marL="2493963" indent="-227013" algn="l" defTabSz="904875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51163" indent="-227013" algn="l" defTabSz="904875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08363" indent="-227013" algn="l" defTabSz="904875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65563" indent="-227013" algn="l" defTabSz="904875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sv-SE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C8C55-DBF8-BD57-45CF-0365E1408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9F4DB-3E02-9773-3556-A72D9BE59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769" y="461176"/>
            <a:ext cx="2949336" cy="6229688"/>
          </a:xfrm>
        </p:spPr>
        <p:txBody>
          <a:bodyPr/>
          <a:lstStyle/>
          <a:p>
            <a:r>
              <a:rPr lang="en-US" sz="1400" dirty="0"/>
              <a:t>Job 1: 1 core, 8 h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3EDD0806-65AE-410D-8A1A-25874B32C61F}"/>
              </a:ext>
            </a:extLst>
          </p:cNvPr>
          <p:cNvGrpSpPr/>
          <p:nvPr/>
        </p:nvGrpSpPr>
        <p:grpSpPr>
          <a:xfrm>
            <a:off x="3592105" y="1068831"/>
            <a:ext cx="4930398" cy="4702876"/>
            <a:chOff x="3618086" y="1838666"/>
            <a:chExt cx="4930398" cy="4702876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B277639-359E-ED02-C6A9-DD083559CA8C}"/>
                </a:ext>
              </a:extLst>
            </p:cNvPr>
            <p:cNvGrpSpPr/>
            <p:nvPr/>
          </p:nvGrpSpPr>
          <p:grpSpPr>
            <a:xfrm>
              <a:off x="3898944" y="1838666"/>
              <a:ext cx="4649540" cy="1174087"/>
              <a:chOff x="3898765" y="1838665"/>
              <a:chExt cx="4357085" cy="1600438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05F90960-0FC1-FD2B-C83B-2A9D8A478BB7}"/>
                  </a:ext>
                </a:extLst>
              </p:cNvPr>
              <p:cNvGrpSpPr/>
              <p:nvPr/>
            </p:nvGrpSpPr>
            <p:grpSpPr>
              <a:xfrm>
                <a:off x="3898765" y="18386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6" name="Group 5">
                  <a:extLst>
                    <a:ext uri="{FF2B5EF4-FFF2-40B4-BE49-F238E27FC236}">
                      <a16:creationId xmlns:a16="http://schemas.microsoft.com/office/drawing/2014/main" id="{0FA7315F-1C47-6BF9-A9C6-3B575F1D2F1F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4" name="Rectangle 3">
                    <a:extLst>
                      <a:ext uri="{FF2B5EF4-FFF2-40B4-BE49-F238E27FC236}">
                        <a16:creationId xmlns:a16="http://schemas.microsoft.com/office/drawing/2014/main" id="{3EAC4A44-B05A-A558-D1E8-FD0B1AF8008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0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5" name="Rectangle 4">
                    <a:extLst>
                      <a:ext uri="{FF2B5EF4-FFF2-40B4-BE49-F238E27FC236}">
                        <a16:creationId xmlns:a16="http://schemas.microsoft.com/office/drawing/2014/main" id="{CEB80AAB-19D8-AB67-04A8-1DCF19749EB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9E1C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1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7" name="Group 6">
                  <a:extLst>
                    <a:ext uri="{FF2B5EF4-FFF2-40B4-BE49-F238E27FC236}">
                      <a16:creationId xmlns:a16="http://schemas.microsoft.com/office/drawing/2014/main" id="{94407888-0169-4D53-54EA-ED1A44342F69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8" name="Rectangle 7">
                    <a:extLst>
                      <a:ext uri="{FF2B5EF4-FFF2-40B4-BE49-F238E27FC236}">
                        <a16:creationId xmlns:a16="http://schemas.microsoft.com/office/drawing/2014/main" id="{2890F59A-2D20-1CBF-77EA-FC468D7D3CB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F5DEC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2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9" name="Rectangle 8">
                    <a:extLst>
                      <a:ext uri="{FF2B5EF4-FFF2-40B4-BE49-F238E27FC236}">
                        <a16:creationId xmlns:a16="http://schemas.microsoft.com/office/drawing/2014/main" id="{7B63872E-74D1-2286-EEEA-DE8463B2491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2D7C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3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A0BB79CB-B791-4BA9-6B81-DAC29F898C31}"/>
                  </a:ext>
                </a:extLst>
              </p:cNvPr>
              <p:cNvGrpSpPr/>
              <p:nvPr/>
            </p:nvGrpSpPr>
            <p:grpSpPr>
              <a:xfrm>
                <a:off x="3898765" y="26387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12" name="Group 11">
                  <a:extLst>
                    <a:ext uri="{FF2B5EF4-FFF2-40B4-BE49-F238E27FC236}">
                      <a16:creationId xmlns:a16="http://schemas.microsoft.com/office/drawing/2014/main" id="{A39075F8-72B3-5707-7A0C-03AC74475813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16" name="Rectangle 15">
                    <a:extLst>
                      <a:ext uri="{FF2B5EF4-FFF2-40B4-BE49-F238E27FC236}">
                        <a16:creationId xmlns:a16="http://schemas.microsoft.com/office/drawing/2014/main" id="{A23C6EF0-04A9-43F2-909B-BF7219E79CE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FD5B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4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B0A9C7D7-1F6A-7034-3002-8DA54B74053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CCB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5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6B2C439C-ECC2-EEA8-BEDC-8D1C4724BE1F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9C11965E-72BF-DD0E-7162-F225DEB1832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8C9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6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7DEE16A0-90AC-5A1E-ACDF-3088E8747F2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5C6A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7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0D81DD99-E0F2-20CE-C3A5-ABA0C0547357}"/>
                </a:ext>
              </a:extLst>
            </p:cNvPr>
            <p:cNvGrpSpPr/>
            <p:nvPr/>
          </p:nvGrpSpPr>
          <p:grpSpPr>
            <a:xfrm>
              <a:off x="3896101" y="3010085"/>
              <a:ext cx="4649540" cy="1174087"/>
              <a:chOff x="3898765" y="1838665"/>
              <a:chExt cx="4357085" cy="1600438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387B4F4D-1754-2A9D-FFF4-9BB3381845D0}"/>
                  </a:ext>
                </a:extLst>
              </p:cNvPr>
              <p:cNvGrpSpPr/>
              <p:nvPr/>
            </p:nvGrpSpPr>
            <p:grpSpPr>
              <a:xfrm>
                <a:off x="3898765" y="18386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C504D750-B277-E7B9-41E6-20CC6B28CD9F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47" name="Rectangle 46">
                    <a:extLst>
                      <a:ext uri="{FF2B5EF4-FFF2-40B4-BE49-F238E27FC236}">
                        <a16:creationId xmlns:a16="http://schemas.microsoft.com/office/drawing/2014/main" id="{16886A7D-12D8-9179-BEF2-D9418D7D405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0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48" name="Rectangle 47">
                    <a:extLst>
                      <a:ext uri="{FF2B5EF4-FFF2-40B4-BE49-F238E27FC236}">
                        <a16:creationId xmlns:a16="http://schemas.microsoft.com/office/drawing/2014/main" id="{95BB228E-6F9C-76D9-A4E8-117DBD2769E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9E1C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1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EDACE212-83EF-596C-1C83-F6D8F56F22DD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45" name="Rectangle 44">
                    <a:extLst>
                      <a:ext uri="{FF2B5EF4-FFF2-40B4-BE49-F238E27FC236}">
                        <a16:creationId xmlns:a16="http://schemas.microsoft.com/office/drawing/2014/main" id="{745B8762-F5D8-AFBF-F7B3-5BCD42675A0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F5DEC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2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7CB436E6-C6DC-B212-2863-FC531881B94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2D7C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3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8D06F94B-7ADD-A447-1989-8FDCDFF2A8AD}"/>
                  </a:ext>
                </a:extLst>
              </p:cNvPr>
              <p:cNvGrpSpPr/>
              <p:nvPr/>
            </p:nvGrpSpPr>
            <p:grpSpPr>
              <a:xfrm>
                <a:off x="3898765" y="26387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37" name="Group 36">
                  <a:extLst>
                    <a:ext uri="{FF2B5EF4-FFF2-40B4-BE49-F238E27FC236}">
                      <a16:creationId xmlns:a16="http://schemas.microsoft.com/office/drawing/2014/main" id="{DEE99DBC-6AB3-E6A9-4519-C409A5AAB88E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41" name="Rectangle 40">
                    <a:extLst>
                      <a:ext uri="{FF2B5EF4-FFF2-40B4-BE49-F238E27FC236}">
                        <a16:creationId xmlns:a16="http://schemas.microsoft.com/office/drawing/2014/main" id="{41F819DD-81FA-5A3A-C19F-7CFA30D93E9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FD5B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4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42" name="Rectangle 41">
                    <a:extLst>
                      <a:ext uri="{FF2B5EF4-FFF2-40B4-BE49-F238E27FC236}">
                        <a16:creationId xmlns:a16="http://schemas.microsoft.com/office/drawing/2014/main" id="{0F0A3B63-E5D0-1ADB-1D81-2694B4E4D52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CCB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5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38" name="Group 37">
                  <a:extLst>
                    <a:ext uri="{FF2B5EF4-FFF2-40B4-BE49-F238E27FC236}">
                      <a16:creationId xmlns:a16="http://schemas.microsoft.com/office/drawing/2014/main" id="{845F9A49-EECC-5F43-1758-4B06A5853427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39" name="Rectangle 38">
                    <a:extLst>
                      <a:ext uri="{FF2B5EF4-FFF2-40B4-BE49-F238E27FC236}">
                        <a16:creationId xmlns:a16="http://schemas.microsoft.com/office/drawing/2014/main" id="{12A4A2BC-4D71-9705-F9D7-005F94DC0D2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8C9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6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40" name="Rectangle 39">
                    <a:extLst>
                      <a:ext uri="{FF2B5EF4-FFF2-40B4-BE49-F238E27FC236}">
                        <a16:creationId xmlns:a16="http://schemas.microsoft.com/office/drawing/2014/main" id="{90B0E024-CD19-EDE4-0BE7-18D4D6C389A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5C6A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7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7BEFD56C-1AD9-50F2-164C-E5DFEFCDEDA9}"/>
                </a:ext>
              </a:extLst>
            </p:cNvPr>
            <p:cNvGrpSpPr/>
            <p:nvPr/>
          </p:nvGrpSpPr>
          <p:grpSpPr>
            <a:xfrm>
              <a:off x="3896100" y="4191558"/>
              <a:ext cx="4649540" cy="1174087"/>
              <a:chOff x="3898765" y="1838665"/>
              <a:chExt cx="4357085" cy="1600438"/>
            </a:xfrm>
          </p:grpSpPr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129AAC4D-A6EC-CFBB-3356-C700F0B13623}"/>
                  </a:ext>
                </a:extLst>
              </p:cNvPr>
              <p:cNvGrpSpPr/>
              <p:nvPr/>
            </p:nvGrpSpPr>
            <p:grpSpPr>
              <a:xfrm>
                <a:off x="3898765" y="18386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C2733A39-5906-E090-0E07-7A2DD8B4FD28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62" name="Rectangle 61">
                    <a:extLst>
                      <a:ext uri="{FF2B5EF4-FFF2-40B4-BE49-F238E27FC236}">
                        <a16:creationId xmlns:a16="http://schemas.microsoft.com/office/drawing/2014/main" id="{940AE5D9-6CAB-698E-7662-A4622347990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0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63" name="Rectangle 62">
                    <a:extLst>
                      <a:ext uri="{FF2B5EF4-FFF2-40B4-BE49-F238E27FC236}">
                        <a16:creationId xmlns:a16="http://schemas.microsoft.com/office/drawing/2014/main" id="{2CD00A18-5BB2-8667-04D5-9DEC651C37F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9E1C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1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C30CC4EC-1E5E-0B61-849C-EE6EB9BE770E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60" name="Rectangle 59">
                    <a:extLst>
                      <a:ext uri="{FF2B5EF4-FFF2-40B4-BE49-F238E27FC236}">
                        <a16:creationId xmlns:a16="http://schemas.microsoft.com/office/drawing/2014/main" id="{9D435458-3BB8-2840-4D64-108259AAD0B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F5DEC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2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61" name="Rectangle 60">
                    <a:extLst>
                      <a:ext uri="{FF2B5EF4-FFF2-40B4-BE49-F238E27FC236}">
                        <a16:creationId xmlns:a16="http://schemas.microsoft.com/office/drawing/2014/main" id="{839080DE-9D95-3840-F0AD-26C6D58B503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2D7C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3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953544A4-3418-AE94-84E3-CEF3E61A3E30}"/>
                  </a:ext>
                </a:extLst>
              </p:cNvPr>
              <p:cNvGrpSpPr/>
              <p:nvPr/>
            </p:nvGrpSpPr>
            <p:grpSpPr>
              <a:xfrm>
                <a:off x="3898765" y="26387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1F3B55A8-D371-734D-9540-701A95A66833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56" name="Rectangle 55">
                    <a:extLst>
                      <a:ext uri="{FF2B5EF4-FFF2-40B4-BE49-F238E27FC236}">
                        <a16:creationId xmlns:a16="http://schemas.microsoft.com/office/drawing/2014/main" id="{295CB294-E8D7-17AD-5487-A68AD080241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FD5B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4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57" name="Rectangle 56">
                    <a:extLst>
                      <a:ext uri="{FF2B5EF4-FFF2-40B4-BE49-F238E27FC236}">
                        <a16:creationId xmlns:a16="http://schemas.microsoft.com/office/drawing/2014/main" id="{B044FD00-AA97-F1D3-0B02-C6265D54979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CCB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5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53" name="Group 52">
                  <a:extLst>
                    <a:ext uri="{FF2B5EF4-FFF2-40B4-BE49-F238E27FC236}">
                      <a16:creationId xmlns:a16="http://schemas.microsoft.com/office/drawing/2014/main" id="{A0E66597-9D45-EE61-285D-717240828596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54" name="Rectangle 53">
                    <a:extLst>
                      <a:ext uri="{FF2B5EF4-FFF2-40B4-BE49-F238E27FC236}">
                        <a16:creationId xmlns:a16="http://schemas.microsoft.com/office/drawing/2014/main" id="{AF6C43FE-551B-4A7E-D76B-794B5B6DCC6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8C9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6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55" name="Rectangle 54">
                    <a:extLst>
                      <a:ext uri="{FF2B5EF4-FFF2-40B4-BE49-F238E27FC236}">
                        <a16:creationId xmlns:a16="http://schemas.microsoft.com/office/drawing/2014/main" id="{AFA7B3A5-8274-5C9E-5F02-DA2ECF35609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5C6A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7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</p:grp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949D9727-1917-B677-984A-439AD571627D}"/>
                </a:ext>
              </a:extLst>
            </p:cNvPr>
            <p:cNvSpPr txBox="1"/>
            <p:nvPr/>
          </p:nvSpPr>
          <p:spPr>
            <a:xfrm rot="16200000">
              <a:off x="3418803" y="2289109"/>
              <a:ext cx="6808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0" dirty="0">
                  <a:solidFill>
                    <a:schemeClr val="tx2"/>
                  </a:solidFill>
                </a:rPr>
                <a:t>Node 1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8713DD46-4690-2254-27CB-5249C137769F}"/>
                </a:ext>
              </a:extLst>
            </p:cNvPr>
            <p:cNvSpPr txBox="1"/>
            <p:nvPr/>
          </p:nvSpPr>
          <p:spPr>
            <a:xfrm rot="16200000">
              <a:off x="3416139" y="3453143"/>
              <a:ext cx="6808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0">
                  <a:solidFill>
                    <a:schemeClr val="tx2"/>
                  </a:solidFill>
                </a:rPr>
                <a:t>Node 2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47939CB0-17C8-5212-1403-A4ED7846B7B6}"/>
                </a:ext>
              </a:extLst>
            </p:cNvPr>
            <p:cNvSpPr txBox="1"/>
            <p:nvPr/>
          </p:nvSpPr>
          <p:spPr>
            <a:xfrm rot="16200000">
              <a:off x="3416138" y="4634617"/>
              <a:ext cx="6808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0" dirty="0">
                  <a:solidFill>
                    <a:schemeClr val="tx2"/>
                  </a:solidFill>
                </a:rPr>
                <a:t>Node 3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9161C307-8B9A-89D2-2240-39B15E318717}"/>
                </a:ext>
              </a:extLst>
            </p:cNvPr>
            <p:cNvGrpSpPr/>
            <p:nvPr/>
          </p:nvGrpSpPr>
          <p:grpSpPr>
            <a:xfrm>
              <a:off x="3895086" y="5367455"/>
              <a:ext cx="4649540" cy="1174087"/>
              <a:chOff x="3898765" y="1838665"/>
              <a:chExt cx="4357085" cy="1600438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DEF9FA25-63FD-D878-B8BC-7844B2786139}"/>
                  </a:ext>
                </a:extLst>
              </p:cNvPr>
              <p:cNvGrpSpPr/>
              <p:nvPr/>
            </p:nvGrpSpPr>
            <p:grpSpPr>
              <a:xfrm>
                <a:off x="3898765" y="18386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31" name="Group 30">
                  <a:extLst>
                    <a:ext uri="{FF2B5EF4-FFF2-40B4-BE49-F238E27FC236}">
                      <a16:creationId xmlns:a16="http://schemas.microsoft.com/office/drawing/2014/main" id="{B378AEC6-3F02-8650-A265-2646F849456F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76" name="Rectangle 75">
                    <a:extLst>
                      <a:ext uri="{FF2B5EF4-FFF2-40B4-BE49-F238E27FC236}">
                        <a16:creationId xmlns:a16="http://schemas.microsoft.com/office/drawing/2014/main" id="{8C38C36D-C57A-B695-5FDA-6759A3AA7A4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0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77" name="Rectangle 76">
                    <a:extLst>
                      <a:ext uri="{FF2B5EF4-FFF2-40B4-BE49-F238E27FC236}">
                        <a16:creationId xmlns:a16="http://schemas.microsoft.com/office/drawing/2014/main" id="{DEC47B86-CC17-5201-E28E-A5D1ED82C6C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9E1C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1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32" name="Group 31">
                  <a:extLst>
                    <a:ext uri="{FF2B5EF4-FFF2-40B4-BE49-F238E27FC236}">
                      <a16:creationId xmlns:a16="http://schemas.microsoft.com/office/drawing/2014/main" id="{F8EE44E2-6BD3-2A53-FE56-74033031ADE7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33" name="Rectangle 32">
                    <a:extLst>
                      <a:ext uri="{FF2B5EF4-FFF2-40B4-BE49-F238E27FC236}">
                        <a16:creationId xmlns:a16="http://schemas.microsoft.com/office/drawing/2014/main" id="{848EF206-62A3-2594-5AEE-674759EACA9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F5DEC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2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75" name="Rectangle 74">
                    <a:extLst>
                      <a:ext uri="{FF2B5EF4-FFF2-40B4-BE49-F238E27FC236}">
                        <a16:creationId xmlns:a16="http://schemas.microsoft.com/office/drawing/2014/main" id="{EA23D34A-C3C4-9600-53F8-D4B621E4EC1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2D7C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3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2AC1AEFE-E376-8753-1653-395936CFAB85}"/>
                  </a:ext>
                </a:extLst>
              </p:cNvPr>
              <p:cNvGrpSpPr/>
              <p:nvPr/>
            </p:nvGrpSpPr>
            <p:grpSpPr>
              <a:xfrm>
                <a:off x="3898765" y="26387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527C6FC2-3F70-7065-2AE4-64BD6606A8D1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29" name="Rectangle 28">
                    <a:extLst>
                      <a:ext uri="{FF2B5EF4-FFF2-40B4-BE49-F238E27FC236}">
                        <a16:creationId xmlns:a16="http://schemas.microsoft.com/office/drawing/2014/main" id="{9316A3CE-1925-BE74-4048-908072B7C0F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FD5B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4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30" name="Rectangle 29">
                    <a:extLst>
                      <a:ext uri="{FF2B5EF4-FFF2-40B4-BE49-F238E27FC236}">
                        <a16:creationId xmlns:a16="http://schemas.microsoft.com/office/drawing/2014/main" id="{DE9F0E30-1948-3A32-3494-FFE26EECE55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CCB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5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C694A338-A064-4B61-2CEF-2065B6BF88C8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27" name="Rectangle 26">
                    <a:extLst>
                      <a:ext uri="{FF2B5EF4-FFF2-40B4-BE49-F238E27FC236}">
                        <a16:creationId xmlns:a16="http://schemas.microsoft.com/office/drawing/2014/main" id="{7F7C5F3F-F069-0AAD-62EB-7F0B966818C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8C9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6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28" name="Rectangle 27">
                    <a:extLst>
                      <a:ext uri="{FF2B5EF4-FFF2-40B4-BE49-F238E27FC236}">
                        <a16:creationId xmlns:a16="http://schemas.microsoft.com/office/drawing/2014/main" id="{B06B2088-79D5-801C-43AC-1D1ADBEAD9F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5C6A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7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F3BEF89B-9A75-06BA-7A8D-5953401B44C5}"/>
                </a:ext>
              </a:extLst>
            </p:cNvPr>
            <p:cNvSpPr txBox="1"/>
            <p:nvPr/>
          </p:nvSpPr>
          <p:spPr>
            <a:xfrm rot="16200000">
              <a:off x="3417391" y="5821483"/>
              <a:ext cx="67839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0" dirty="0">
                  <a:solidFill>
                    <a:schemeClr val="tx2"/>
                  </a:solidFill>
                </a:rPr>
                <a:t>Node 4</a:t>
              </a:r>
            </a:p>
          </p:txBody>
        </p:sp>
      </p:grpSp>
      <p:sp>
        <p:nvSpPr>
          <p:cNvPr id="67" name="Right Arrow 66">
            <a:extLst>
              <a:ext uri="{FF2B5EF4-FFF2-40B4-BE49-F238E27FC236}">
                <a16:creationId xmlns:a16="http://schemas.microsoft.com/office/drawing/2014/main" id="{0896CE49-CCFC-9A3C-636B-81A04AAA9B29}"/>
              </a:ext>
            </a:extLst>
          </p:cNvPr>
          <p:cNvSpPr/>
          <p:nvPr/>
        </p:nvSpPr>
        <p:spPr bwMode="auto">
          <a:xfrm>
            <a:off x="4528239" y="662955"/>
            <a:ext cx="2104446" cy="317521"/>
          </a:xfrm>
          <a:prstGeom prst="rightArrow">
            <a:avLst/>
          </a:prstGeom>
          <a:solidFill>
            <a:schemeClr val="accent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rPr>
              <a:t>Time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D6D6CF0-615C-9DA2-14AE-92338F51D2BB}"/>
              </a:ext>
            </a:extLst>
          </p:cNvPr>
          <p:cNvSpPr/>
          <p:nvPr/>
        </p:nvSpPr>
        <p:spPr bwMode="auto">
          <a:xfrm>
            <a:off x="3869105" y="1066971"/>
            <a:ext cx="1440000" cy="159150"/>
          </a:xfrm>
          <a:prstGeom prst="rect">
            <a:avLst/>
          </a:prstGeom>
          <a:solidFill>
            <a:srgbClr val="800000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>
                <a:solidFill>
                  <a:srgbClr val="FFFFFF"/>
                </a:solidFill>
              </a:rPr>
              <a:t>Job 1</a:t>
            </a:r>
            <a:endParaRPr kumimoji="0" lang="en-US" sz="9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4625267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769" y="461176"/>
            <a:ext cx="2949336" cy="6229688"/>
          </a:xfrm>
        </p:spPr>
        <p:txBody>
          <a:bodyPr/>
          <a:lstStyle/>
          <a:p>
            <a:r>
              <a:rPr lang="en-US" sz="1400" dirty="0"/>
              <a:t>Job 1: 1 core, 8 h</a:t>
            </a:r>
          </a:p>
          <a:p>
            <a:r>
              <a:rPr lang="en-US" sz="1400" dirty="0"/>
              <a:t>Job 2: 1 node, 8 cores, 4 h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7291C0EF-1254-E6B7-0A4A-2E7ED6191CFD}"/>
              </a:ext>
            </a:extLst>
          </p:cNvPr>
          <p:cNvGrpSpPr/>
          <p:nvPr/>
        </p:nvGrpSpPr>
        <p:grpSpPr>
          <a:xfrm>
            <a:off x="3592105" y="1068831"/>
            <a:ext cx="4930398" cy="4702876"/>
            <a:chOff x="3618086" y="1838666"/>
            <a:chExt cx="4930398" cy="4702876"/>
          </a:xfrm>
        </p:grpSpPr>
        <p:grpSp>
          <p:nvGrpSpPr>
            <p:cNvPr id="18" name="Group 17"/>
            <p:cNvGrpSpPr/>
            <p:nvPr/>
          </p:nvGrpSpPr>
          <p:grpSpPr>
            <a:xfrm>
              <a:off x="3898944" y="1838666"/>
              <a:ext cx="4649540" cy="1174087"/>
              <a:chOff x="3898765" y="1838665"/>
              <a:chExt cx="4357085" cy="1600438"/>
            </a:xfrm>
          </p:grpSpPr>
          <p:grpSp>
            <p:nvGrpSpPr>
              <p:cNvPr id="10" name="Group 9"/>
              <p:cNvGrpSpPr/>
              <p:nvPr/>
            </p:nvGrpSpPr>
            <p:grpSpPr>
              <a:xfrm>
                <a:off x="3898765" y="18386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6" name="Group 5"/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4" name="Rectangle 3"/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0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5" name="Rectangle 4"/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9E1C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1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7" name="Group 6"/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8" name="Rectangle 7"/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F5DEC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2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9" name="Rectangle 8"/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2D7C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3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  <p:grpSp>
            <p:nvGrpSpPr>
              <p:cNvPr id="11" name="Group 10"/>
              <p:cNvGrpSpPr/>
              <p:nvPr/>
            </p:nvGrpSpPr>
            <p:grpSpPr>
              <a:xfrm>
                <a:off x="3898765" y="26387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12" name="Group 11"/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16" name="Rectangle 15"/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FD5B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4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7" name="Rectangle 16"/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CCB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5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13" name="Group 12"/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14" name="Rectangle 13"/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8C9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6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5" name="Rectangle 14"/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5C6A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7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</p:grpSp>
        <p:grpSp>
          <p:nvGrpSpPr>
            <p:cNvPr id="34" name="Group 33"/>
            <p:cNvGrpSpPr/>
            <p:nvPr/>
          </p:nvGrpSpPr>
          <p:grpSpPr>
            <a:xfrm>
              <a:off x="3896101" y="3010085"/>
              <a:ext cx="4649540" cy="1174087"/>
              <a:chOff x="3898765" y="1838665"/>
              <a:chExt cx="4357085" cy="1600438"/>
            </a:xfrm>
          </p:grpSpPr>
          <p:grpSp>
            <p:nvGrpSpPr>
              <p:cNvPr id="35" name="Group 34"/>
              <p:cNvGrpSpPr/>
              <p:nvPr/>
            </p:nvGrpSpPr>
            <p:grpSpPr>
              <a:xfrm>
                <a:off x="3898765" y="18386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43" name="Group 42"/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47" name="Rectangle 46"/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0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48" name="Rectangle 47"/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9E1C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1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44" name="Group 43"/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45" name="Rectangle 44"/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F5DEC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2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46" name="Rectangle 45"/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2D7C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3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  <p:grpSp>
            <p:nvGrpSpPr>
              <p:cNvPr id="36" name="Group 35"/>
              <p:cNvGrpSpPr/>
              <p:nvPr/>
            </p:nvGrpSpPr>
            <p:grpSpPr>
              <a:xfrm>
                <a:off x="3898765" y="26387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37" name="Group 36"/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41" name="Rectangle 40"/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FD5B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4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42" name="Rectangle 41"/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CCB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5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38" name="Group 37"/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39" name="Rectangle 38"/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8C9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6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40" name="Rectangle 39"/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5C6A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7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</p:grpSp>
        <p:grpSp>
          <p:nvGrpSpPr>
            <p:cNvPr id="49" name="Group 48"/>
            <p:cNvGrpSpPr/>
            <p:nvPr/>
          </p:nvGrpSpPr>
          <p:grpSpPr>
            <a:xfrm>
              <a:off x="3896100" y="4191558"/>
              <a:ext cx="4649540" cy="1174087"/>
              <a:chOff x="3898765" y="1838665"/>
              <a:chExt cx="4357085" cy="1600438"/>
            </a:xfrm>
          </p:grpSpPr>
          <p:grpSp>
            <p:nvGrpSpPr>
              <p:cNvPr id="50" name="Group 49"/>
              <p:cNvGrpSpPr/>
              <p:nvPr/>
            </p:nvGrpSpPr>
            <p:grpSpPr>
              <a:xfrm>
                <a:off x="3898765" y="18386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58" name="Group 57"/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62" name="Rectangle 61"/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0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63" name="Rectangle 62"/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9E1C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1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59" name="Group 58"/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60" name="Rectangle 59"/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F5DEC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2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61" name="Rectangle 60"/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2D7C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3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  <p:grpSp>
            <p:nvGrpSpPr>
              <p:cNvPr id="51" name="Group 50"/>
              <p:cNvGrpSpPr/>
              <p:nvPr/>
            </p:nvGrpSpPr>
            <p:grpSpPr>
              <a:xfrm>
                <a:off x="3898765" y="26387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52" name="Group 51"/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56" name="Rectangle 55"/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FD5B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4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57" name="Rectangle 56"/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CCB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5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53" name="Group 52"/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54" name="Rectangle 53"/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8C9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6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55" name="Rectangle 54"/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5C6A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7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</p:grpSp>
        <p:sp>
          <p:nvSpPr>
            <p:cNvPr id="64" name="TextBox 63"/>
            <p:cNvSpPr txBox="1"/>
            <p:nvPr/>
          </p:nvSpPr>
          <p:spPr>
            <a:xfrm rot="16200000">
              <a:off x="3418803" y="2289109"/>
              <a:ext cx="6808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0" dirty="0">
                  <a:solidFill>
                    <a:schemeClr val="tx2"/>
                  </a:solidFill>
                </a:rPr>
                <a:t>Node 1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 rot="16200000">
              <a:off x="3416139" y="3453143"/>
              <a:ext cx="6808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0">
                  <a:solidFill>
                    <a:schemeClr val="tx2"/>
                  </a:solidFill>
                </a:rPr>
                <a:t>Node 2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 rot="16200000">
              <a:off x="3416138" y="4634617"/>
              <a:ext cx="6808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0" dirty="0">
                  <a:solidFill>
                    <a:schemeClr val="tx2"/>
                  </a:solidFill>
                </a:rPr>
                <a:t>Node 3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07F0F267-AF9A-1E27-3B2D-9592D772760B}"/>
                </a:ext>
              </a:extLst>
            </p:cNvPr>
            <p:cNvGrpSpPr/>
            <p:nvPr/>
          </p:nvGrpSpPr>
          <p:grpSpPr>
            <a:xfrm>
              <a:off x="3895086" y="5367455"/>
              <a:ext cx="4649540" cy="1174087"/>
              <a:chOff x="3898765" y="1838665"/>
              <a:chExt cx="4357085" cy="1600438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B4A166E2-9390-6DCC-C8D9-DE10B95D2920}"/>
                  </a:ext>
                </a:extLst>
              </p:cNvPr>
              <p:cNvGrpSpPr/>
              <p:nvPr/>
            </p:nvGrpSpPr>
            <p:grpSpPr>
              <a:xfrm>
                <a:off x="3898765" y="18386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31" name="Group 30">
                  <a:extLst>
                    <a:ext uri="{FF2B5EF4-FFF2-40B4-BE49-F238E27FC236}">
                      <a16:creationId xmlns:a16="http://schemas.microsoft.com/office/drawing/2014/main" id="{263DD653-EB36-55EE-6880-63998935910D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76" name="Rectangle 75">
                    <a:extLst>
                      <a:ext uri="{FF2B5EF4-FFF2-40B4-BE49-F238E27FC236}">
                        <a16:creationId xmlns:a16="http://schemas.microsoft.com/office/drawing/2014/main" id="{C724B611-1014-C8BC-14AF-F1D48B32E0B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0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77" name="Rectangle 76">
                    <a:extLst>
                      <a:ext uri="{FF2B5EF4-FFF2-40B4-BE49-F238E27FC236}">
                        <a16:creationId xmlns:a16="http://schemas.microsoft.com/office/drawing/2014/main" id="{6BEA28B4-31B2-4523-9FA0-D95FE91A4DA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9E1C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1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32" name="Group 31">
                  <a:extLst>
                    <a:ext uri="{FF2B5EF4-FFF2-40B4-BE49-F238E27FC236}">
                      <a16:creationId xmlns:a16="http://schemas.microsoft.com/office/drawing/2014/main" id="{66C3F127-532F-A0BA-CAC8-52D81EDDA820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33" name="Rectangle 32">
                    <a:extLst>
                      <a:ext uri="{FF2B5EF4-FFF2-40B4-BE49-F238E27FC236}">
                        <a16:creationId xmlns:a16="http://schemas.microsoft.com/office/drawing/2014/main" id="{68FBC13D-1090-8D2C-2B17-E2AA7F99977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F5DEC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2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75" name="Rectangle 74">
                    <a:extLst>
                      <a:ext uri="{FF2B5EF4-FFF2-40B4-BE49-F238E27FC236}">
                        <a16:creationId xmlns:a16="http://schemas.microsoft.com/office/drawing/2014/main" id="{9884725F-028C-F0E3-F423-F06FCE28477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2D7C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3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51792E12-4549-7076-F124-9ABBB1BB12AF}"/>
                  </a:ext>
                </a:extLst>
              </p:cNvPr>
              <p:cNvGrpSpPr/>
              <p:nvPr/>
            </p:nvGrpSpPr>
            <p:grpSpPr>
              <a:xfrm>
                <a:off x="3898765" y="26387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24C02884-7DCC-0088-2DF1-7FF2C1051907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29" name="Rectangle 28">
                    <a:extLst>
                      <a:ext uri="{FF2B5EF4-FFF2-40B4-BE49-F238E27FC236}">
                        <a16:creationId xmlns:a16="http://schemas.microsoft.com/office/drawing/2014/main" id="{233AC545-FF23-33A2-89D6-480E0639E7A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FD5B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4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30" name="Rectangle 29">
                    <a:extLst>
                      <a:ext uri="{FF2B5EF4-FFF2-40B4-BE49-F238E27FC236}">
                        <a16:creationId xmlns:a16="http://schemas.microsoft.com/office/drawing/2014/main" id="{6D010B7D-2E75-BAE1-F46C-CB1F02E40C7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CCB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5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830E874B-D207-49DD-8267-CCE1C74E0120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27" name="Rectangle 26">
                    <a:extLst>
                      <a:ext uri="{FF2B5EF4-FFF2-40B4-BE49-F238E27FC236}">
                        <a16:creationId xmlns:a16="http://schemas.microsoft.com/office/drawing/2014/main" id="{243D6CAF-F6F3-13B1-F9E6-2902CCEFE91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8C9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6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28" name="Rectangle 27">
                    <a:extLst>
                      <a:ext uri="{FF2B5EF4-FFF2-40B4-BE49-F238E27FC236}">
                        <a16:creationId xmlns:a16="http://schemas.microsoft.com/office/drawing/2014/main" id="{30F43471-67EC-1D97-7B5A-16A0E950C93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5C6A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7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B435BBA1-707C-FEFA-6AA6-531E2F71D842}"/>
                </a:ext>
              </a:extLst>
            </p:cNvPr>
            <p:cNvSpPr txBox="1"/>
            <p:nvPr/>
          </p:nvSpPr>
          <p:spPr>
            <a:xfrm rot="16200000">
              <a:off x="3417391" y="5821483"/>
              <a:ext cx="67839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0" dirty="0">
                  <a:solidFill>
                    <a:schemeClr val="tx2"/>
                  </a:solidFill>
                </a:rPr>
                <a:t>Node 4</a:t>
              </a:r>
            </a:p>
          </p:txBody>
        </p:sp>
      </p:grpSp>
      <p:sp>
        <p:nvSpPr>
          <p:cNvPr id="67" name="Right Arrow 66"/>
          <p:cNvSpPr/>
          <p:nvPr/>
        </p:nvSpPr>
        <p:spPr bwMode="auto">
          <a:xfrm>
            <a:off x="4528239" y="662955"/>
            <a:ext cx="2104446" cy="317521"/>
          </a:xfrm>
          <a:prstGeom prst="rightArrow">
            <a:avLst/>
          </a:prstGeom>
          <a:solidFill>
            <a:schemeClr val="accent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rPr>
              <a:t>Time</a:t>
            </a:r>
          </a:p>
        </p:txBody>
      </p:sp>
      <p:sp>
        <p:nvSpPr>
          <p:cNvPr id="68" name="Rectangle 67"/>
          <p:cNvSpPr/>
          <p:nvPr/>
        </p:nvSpPr>
        <p:spPr bwMode="auto">
          <a:xfrm>
            <a:off x="3869105" y="1066971"/>
            <a:ext cx="1440000" cy="159150"/>
          </a:xfrm>
          <a:prstGeom prst="rect">
            <a:avLst/>
          </a:prstGeom>
          <a:solidFill>
            <a:srgbClr val="800000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>
                <a:solidFill>
                  <a:srgbClr val="FFFFFF"/>
                </a:solidFill>
              </a:rPr>
              <a:t>Job 1</a:t>
            </a:r>
            <a:endParaRPr kumimoji="0" lang="en-US" sz="9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69" name="Rectangle 68"/>
          <p:cNvSpPr/>
          <p:nvPr/>
        </p:nvSpPr>
        <p:spPr bwMode="auto">
          <a:xfrm>
            <a:off x="4011538" y="3410927"/>
            <a:ext cx="720000" cy="1192423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rgbClr val="FFFFFF"/>
                </a:solidFill>
              </a:rPr>
              <a:t>Job 2</a:t>
            </a:r>
            <a:endParaRPr kumimoji="0" lang="en-US" sz="9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151759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2C0FE-B398-E47E-F22D-8DFCAA099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1D0C1-0239-2766-0AEA-4DD3D8783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769" y="461176"/>
            <a:ext cx="2949336" cy="6229688"/>
          </a:xfrm>
        </p:spPr>
        <p:txBody>
          <a:bodyPr/>
          <a:lstStyle/>
          <a:p>
            <a:r>
              <a:rPr lang="en-US" sz="1400" dirty="0"/>
              <a:t>Job 1: 1 core, 8 h</a:t>
            </a:r>
          </a:p>
          <a:p>
            <a:r>
              <a:rPr lang="en-US" sz="1400" dirty="0"/>
              <a:t>Job 2: 1 node, 8 cores, 4 h</a:t>
            </a:r>
          </a:p>
          <a:p>
            <a:r>
              <a:rPr lang="en-US" sz="1400" dirty="0"/>
              <a:t>Job 3: 2 nodes, 16 cores, 8 h</a:t>
            </a:r>
          </a:p>
          <a:p>
            <a:pPr marL="0" indent="0">
              <a:buNone/>
            </a:pPr>
            <a:endParaRPr lang="en-US" sz="1400" dirty="0"/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770C0F10-CD35-4F33-1693-F0CBD9BEFE61}"/>
              </a:ext>
            </a:extLst>
          </p:cNvPr>
          <p:cNvGrpSpPr/>
          <p:nvPr/>
        </p:nvGrpSpPr>
        <p:grpSpPr>
          <a:xfrm>
            <a:off x="3592105" y="1068831"/>
            <a:ext cx="4930398" cy="4702876"/>
            <a:chOff x="3618086" y="1838666"/>
            <a:chExt cx="4930398" cy="4702876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3A21A10-F4D7-CC3D-1766-EF61AF735168}"/>
                </a:ext>
              </a:extLst>
            </p:cNvPr>
            <p:cNvGrpSpPr/>
            <p:nvPr/>
          </p:nvGrpSpPr>
          <p:grpSpPr>
            <a:xfrm>
              <a:off x="3898944" y="1838666"/>
              <a:ext cx="4649540" cy="1174087"/>
              <a:chOff x="3898765" y="1838665"/>
              <a:chExt cx="4357085" cy="1600438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C23E0018-BEF6-C82E-6301-5B6B99700954}"/>
                  </a:ext>
                </a:extLst>
              </p:cNvPr>
              <p:cNvGrpSpPr/>
              <p:nvPr/>
            </p:nvGrpSpPr>
            <p:grpSpPr>
              <a:xfrm>
                <a:off x="3898765" y="18386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6" name="Group 5">
                  <a:extLst>
                    <a:ext uri="{FF2B5EF4-FFF2-40B4-BE49-F238E27FC236}">
                      <a16:creationId xmlns:a16="http://schemas.microsoft.com/office/drawing/2014/main" id="{A91CAFCC-B6A8-B18B-7D95-8085519EBF69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4" name="Rectangle 3">
                    <a:extLst>
                      <a:ext uri="{FF2B5EF4-FFF2-40B4-BE49-F238E27FC236}">
                        <a16:creationId xmlns:a16="http://schemas.microsoft.com/office/drawing/2014/main" id="{DE37AF71-4D97-E774-FE5E-E0067DE3EAB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0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5" name="Rectangle 4">
                    <a:extLst>
                      <a:ext uri="{FF2B5EF4-FFF2-40B4-BE49-F238E27FC236}">
                        <a16:creationId xmlns:a16="http://schemas.microsoft.com/office/drawing/2014/main" id="{2214D0F7-D2B1-6F12-451C-B57B569523E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9E1C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1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7" name="Group 6">
                  <a:extLst>
                    <a:ext uri="{FF2B5EF4-FFF2-40B4-BE49-F238E27FC236}">
                      <a16:creationId xmlns:a16="http://schemas.microsoft.com/office/drawing/2014/main" id="{66B1BE64-2456-95DB-8408-32F25A16F33E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8" name="Rectangle 7">
                    <a:extLst>
                      <a:ext uri="{FF2B5EF4-FFF2-40B4-BE49-F238E27FC236}">
                        <a16:creationId xmlns:a16="http://schemas.microsoft.com/office/drawing/2014/main" id="{80296289-140B-5268-F050-25811484E3D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F5DEC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2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9" name="Rectangle 8">
                    <a:extLst>
                      <a:ext uri="{FF2B5EF4-FFF2-40B4-BE49-F238E27FC236}">
                        <a16:creationId xmlns:a16="http://schemas.microsoft.com/office/drawing/2014/main" id="{3E545F73-7C97-653C-31D2-A1E5D7B3054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2D7C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3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E84A9EB0-8AF1-DE4A-1685-36900B2019DD}"/>
                  </a:ext>
                </a:extLst>
              </p:cNvPr>
              <p:cNvGrpSpPr/>
              <p:nvPr/>
            </p:nvGrpSpPr>
            <p:grpSpPr>
              <a:xfrm>
                <a:off x="3898765" y="26387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12" name="Group 11">
                  <a:extLst>
                    <a:ext uri="{FF2B5EF4-FFF2-40B4-BE49-F238E27FC236}">
                      <a16:creationId xmlns:a16="http://schemas.microsoft.com/office/drawing/2014/main" id="{503180AA-89DD-1760-F852-CFAA473602DA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16" name="Rectangle 15">
                    <a:extLst>
                      <a:ext uri="{FF2B5EF4-FFF2-40B4-BE49-F238E27FC236}">
                        <a16:creationId xmlns:a16="http://schemas.microsoft.com/office/drawing/2014/main" id="{66A9D8B7-67E5-5E7C-CE65-5E2385D91AB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FD5B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4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4A02E00F-C9D8-AA2A-AEAD-DBC8C172CF7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CCB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5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0A847D4F-4B1F-FC7C-F343-027F97607FE3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5E857732-F4B6-CF97-CB99-ECA779D3487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8C9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6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B16DD356-8B6F-1B11-6CB9-ADF8B7AB4A6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5C6A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7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D54AC2FE-5E3B-8DF0-299D-7089DBDED687}"/>
                </a:ext>
              </a:extLst>
            </p:cNvPr>
            <p:cNvGrpSpPr/>
            <p:nvPr/>
          </p:nvGrpSpPr>
          <p:grpSpPr>
            <a:xfrm>
              <a:off x="3896101" y="3010085"/>
              <a:ext cx="4649540" cy="1174087"/>
              <a:chOff x="3898765" y="1838665"/>
              <a:chExt cx="4357085" cy="1600438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8D3ED612-6A03-40D7-AE0E-2D8161FC2726}"/>
                  </a:ext>
                </a:extLst>
              </p:cNvPr>
              <p:cNvGrpSpPr/>
              <p:nvPr/>
            </p:nvGrpSpPr>
            <p:grpSpPr>
              <a:xfrm>
                <a:off x="3898765" y="18386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71F82A84-D300-0E23-ABD9-D5D80AEBF487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47" name="Rectangle 46">
                    <a:extLst>
                      <a:ext uri="{FF2B5EF4-FFF2-40B4-BE49-F238E27FC236}">
                        <a16:creationId xmlns:a16="http://schemas.microsoft.com/office/drawing/2014/main" id="{5E97A187-7E66-5662-DF2D-29C42818CFA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0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48" name="Rectangle 47">
                    <a:extLst>
                      <a:ext uri="{FF2B5EF4-FFF2-40B4-BE49-F238E27FC236}">
                        <a16:creationId xmlns:a16="http://schemas.microsoft.com/office/drawing/2014/main" id="{C662EF20-5634-0AFB-39DC-781DC693F12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9E1C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1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10C8C4E7-0104-AED7-9AC2-1987F486203E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45" name="Rectangle 44">
                    <a:extLst>
                      <a:ext uri="{FF2B5EF4-FFF2-40B4-BE49-F238E27FC236}">
                        <a16:creationId xmlns:a16="http://schemas.microsoft.com/office/drawing/2014/main" id="{3D9AA02A-E086-CC6A-6B4F-5E9A5253495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F5DEC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2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A121219E-FE5D-DE58-870E-B94D089601F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2D7C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3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F0A0F049-647F-B1F1-87FF-1142280BC636}"/>
                  </a:ext>
                </a:extLst>
              </p:cNvPr>
              <p:cNvGrpSpPr/>
              <p:nvPr/>
            </p:nvGrpSpPr>
            <p:grpSpPr>
              <a:xfrm>
                <a:off x="3898765" y="26387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37" name="Group 36">
                  <a:extLst>
                    <a:ext uri="{FF2B5EF4-FFF2-40B4-BE49-F238E27FC236}">
                      <a16:creationId xmlns:a16="http://schemas.microsoft.com/office/drawing/2014/main" id="{DAC0888B-6CF1-B283-23BA-AFE31E33EE6E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41" name="Rectangle 40">
                    <a:extLst>
                      <a:ext uri="{FF2B5EF4-FFF2-40B4-BE49-F238E27FC236}">
                        <a16:creationId xmlns:a16="http://schemas.microsoft.com/office/drawing/2014/main" id="{2C1700CE-0904-17B8-7E85-A126A5E546E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FD5B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4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42" name="Rectangle 41">
                    <a:extLst>
                      <a:ext uri="{FF2B5EF4-FFF2-40B4-BE49-F238E27FC236}">
                        <a16:creationId xmlns:a16="http://schemas.microsoft.com/office/drawing/2014/main" id="{06F23D03-C3F0-D64E-BCAE-80038983C06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CCB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5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38" name="Group 37">
                  <a:extLst>
                    <a:ext uri="{FF2B5EF4-FFF2-40B4-BE49-F238E27FC236}">
                      <a16:creationId xmlns:a16="http://schemas.microsoft.com/office/drawing/2014/main" id="{B3344153-3D23-63D8-376F-58763C9D9BC6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39" name="Rectangle 38">
                    <a:extLst>
                      <a:ext uri="{FF2B5EF4-FFF2-40B4-BE49-F238E27FC236}">
                        <a16:creationId xmlns:a16="http://schemas.microsoft.com/office/drawing/2014/main" id="{09D1FA48-AB50-FEFA-6634-654B163E3B0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8C9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6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40" name="Rectangle 39">
                    <a:extLst>
                      <a:ext uri="{FF2B5EF4-FFF2-40B4-BE49-F238E27FC236}">
                        <a16:creationId xmlns:a16="http://schemas.microsoft.com/office/drawing/2014/main" id="{FAF230C9-146A-FF28-7665-42ED452AA4A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5C6A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7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6B83C985-A1CE-6133-03BC-E96A7E765DC6}"/>
                </a:ext>
              </a:extLst>
            </p:cNvPr>
            <p:cNvGrpSpPr/>
            <p:nvPr/>
          </p:nvGrpSpPr>
          <p:grpSpPr>
            <a:xfrm>
              <a:off x="3896100" y="4191558"/>
              <a:ext cx="4649540" cy="1174087"/>
              <a:chOff x="3898765" y="1838665"/>
              <a:chExt cx="4357085" cy="1600438"/>
            </a:xfrm>
          </p:grpSpPr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9B0ABD03-2B9B-6400-7D24-E9FE83479CC6}"/>
                  </a:ext>
                </a:extLst>
              </p:cNvPr>
              <p:cNvGrpSpPr/>
              <p:nvPr/>
            </p:nvGrpSpPr>
            <p:grpSpPr>
              <a:xfrm>
                <a:off x="3898765" y="18386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D2EC7B18-1D42-0448-9268-1B454FBD042C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62" name="Rectangle 61">
                    <a:extLst>
                      <a:ext uri="{FF2B5EF4-FFF2-40B4-BE49-F238E27FC236}">
                        <a16:creationId xmlns:a16="http://schemas.microsoft.com/office/drawing/2014/main" id="{25B88A6E-1E64-F704-90B7-0FD10AFB281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0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63" name="Rectangle 62">
                    <a:extLst>
                      <a:ext uri="{FF2B5EF4-FFF2-40B4-BE49-F238E27FC236}">
                        <a16:creationId xmlns:a16="http://schemas.microsoft.com/office/drawing/2014/main" id="{8F4E90DF-9B97-70F6-415E-B8DAC81BC3E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9E1C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1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19772296-296F-8DCC-7569-D0F033BA47DB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60" name="Rectangle 59">
                    <a:extLst>
                      <a:ext uri="{FF2B5EF4-FFF2-40B4-BE49-F238E27FC236}">
                        <a16:creationId xmlns:a16="http://schemas.microsoft.com/office/drawing/2014/main" id="{C870C9C9-A17D-C639-50F2-A4637527C14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F5DEC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2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61" name="Rectangle 60">
                    <a:extLst>
                      <a:ext uri="{FF2B5EF4-FFF2-40B4-BE49-F238E27FC236}">
                        <a16:creationId xmlns:a16="http://schemas.microsoft.com/office/drawing/2014/main" id="{9A59FF55-7F8D-1BE6-2F8B-17047B51CB5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2D7C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3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66F19F38-A912-C1AF-E8CF-7AD10ABF5D9B}"/>
                  </a:ext>
                </a:extLst>
              </p:cNvPr>
              <p:cNvGrpSpPr/>
              <p:nvPr/>
            </p:nvGrpSpPr>
            <p:grpSpPr>
              <a:xfrm>
                <a:off x="3898765" y="26387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F2E0A7F7-2F41-555A-0A6C-5415F1E814E4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56" name="Rectangle 55">
                    <a:extLst>
                      <a:ext uri="{FF2B5EF4-FFF2-40B4-BE49-F238E27FC236}">
                        <a16:creationId xmlns:a16="http://schemas.microsoft.com/office/drawing/2014/main" id="{D3A0171B-FE6D-647A-C736-87352B2A39F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FD5B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4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57" name="Rectangle 56">
                    <a:extLst>
                      <a:ext uri="{FF2B5EF4-FFF2-40B4-BE49-F238E27FC236}">
                        <a16:creationId xmlns:a16="http://schemas.microsoft.com/office/drawing/2014/main" id="{AAAF1980-9D77-C9F6-604D-8FE6EEB0EE9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CCB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5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53" name="Group 52">
                  <a:extLst>
                    <a:ext uri="{FF2B5EF4-FFF2-40B4-BE49-F238E27FC236}">
                      <a16:creationId xmlns:a16="http://schemas.microsoft.com/office/drawing/2014/main" id="{DD66E324-1353-B18F-4434-C582E749767C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54" name="Rectangle 53">
                    <a:extLst>
                      <a:ext uri="{FF2B5EF4-FFF2-40B4-BE49-F238E27FC236}">
                        <a16:creationId xmlns:a16="http://schemas.microsoft.com/office/drawing/2014/main" id="{A7E6DD7D-9851-0B84-B57D-1593516871D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8C9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6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55" name="Rectangle 54">
                    <a:extLst>
                      <a:ext uri="{FF2B5EF4-FFF2-40B4-BE49-F238E27FC236}">
                        <a16:creationId xmlns:a16="http://schemas.microsoft.com/office/drawing/2014/main" id="{E786535C-9E48-B99D-DE85-4D553B04B60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5C6A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7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</p:grp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58DE7E0-AF89-738F-C115-687B50DA0BCC}"/>
                </a:ext>
              </a:extLst>
            </p:cNvPr>
            <p:cNvSpPr txBox="1"/>
            <p:nvPr/>
          </p:nvSpPr>
          <p:spPr>
            <a:xfrm rot="16200000">
              <a:off x="3418803" y="2289109"/>
              <a:ext cx="6808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0" dirty="0">
                  <a:solidFill>
                    <a:schemeClr val="tx2"/>
                  </a:solidFill>
                </a:rPr>
                <a:t>Node 1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28138DCD-D47D-931C-1D9A-824E3B241792}"/>
                </a:ext>
              </a:extLst>
            </p:cNvPr>
            <p:cNvSpPr txBox="1"/>
            <p:nvPr/>
          </p:nvSpPr>
          <p:spPr>
            <a:xfrm rot="16200000">
              <a:off x="3416139" y="3453143"/>
              <a:ext cx="6808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0">
                  <a:solidFill>
                    <a:schemeClr val="tx2"/>
                  </a:solidFill>
                </a:rPr>
                <a:t>Node 2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E2311A5B-D899-82C9-8B99-F425B470A190}"/>
                </a:ext>
              </a:extLst>
            </p:cNvPr>
            <p:cNvSpPr txBox="1"/>
            <p:nvPr/>
          </p:nvSpPr>
          <p:spPr>
            <a:xfrm rot="16200000">
              <a:off x="3416138" y="4634617"/>
              <a:ext cx="6808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0" dirty="0">
                  <a:solidFill>
                    <a:schemeClr val="tx2"/>
                  </a:solidFill>
                </a:rPr>
                <a:t>Node 3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3086FA10-2E3D-34EE-2C97-0564CCD5FAA0}"/>
                </a:ext>
              </a:extLst>
            </p:cNvPr>
            <p:cNvGrpSpPr/>
            <p:nvPr/>
          </p:nvGrpSpPr>
          <p:grpSpPr>
            <a:xfrm>
              <a:off x="3895086" y="5367455"/>
              <a:ext cx="4649540" cy="1174087"/>
              <a:chOff x="3898765" y="1838665"/>
              <a:chExt cx="4357085" cy="1600438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AAC23CD1-FA1E-7581-EE85-8CB86D8D384A}"/>
                  </a:ext>
                </a:extLst>
              </p:cNvPr>
              <p:cNvGrpSpPr/>
              <p:nvPr/>
            </p:nvGrpSpPr>
            <p:grpSpPr>
              <a:xfrm>
                <a:off x="3898765" y="18386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31" name="Group 30">
                  <a:extLst>
                    <a:ext uri="{FF2B5EF4-FFF2-40B4-BE49-F238E27FC236}">
                      <a16:creationId xmlns:a16="http://schemas.microsoft.com/office/drawing/2014/main" id="{8E207A66-A1ED-1AFE-AFF9-53FE9DF94799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76" name="Rectangle 75">
                    <a:extLst>
                      <a:ext uri="{FF2B5EF4-FFF2-40B4-BE49-F238E27FC236}">
                        <a16:creationId xmlns:a16="http://schemas.microsoft.com/office/drawing/2014/main" id="{56C2AC63-9F1F-F7F7-0B86-5B30A3062AE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0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77" name="Rectangle 76">
                    <a:extLst>
                      <a:ext uri="{FF2B5EF4-FFF2-40B4-BE49-F238E27FC236}">
                        <a16:creationId xmlns:a16="http://schemas.microsoft.com/office/drawing/2014/main" id="{9E0334AB-965B-B68A-8DD2-453642ADEDB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9E1C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1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32" name="Group 31">
                  <a:extLst>
                    <a:ext uri="{FF2B5EF4-FFF2-40B4-BE49-F238E27FC236}">
                      <a16:creationId xmlns:a16="http://schemas.microsoft.com/office/drawing/2014/main" id="{2CE315F8-00DC-8D9E-C102-28E6A9401738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33" name="Rectangle 32">
                    <a:extLst>
                      <a:ext uri="{FF2B5EF4-FFF2-40B4-BE49-F238E27FC236}">
                        <a16:creationId xmlns:a16="http://schemas.microsoft.com/office/drawing/2014/main" id="{ED6381B9-91AA-CF92-0A4F-5E193978A84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F5DEC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2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75" name="Rectangle 74">
                    <a:extLst>
                      <a:ext uri="{FF2B5EF4-FFF2-40B4-BE49-F238E27FC236}">
                        <a16:creationId xmlns:a16="http://schemas.microsoft.com/office/drawing/2014/main" id="{72FDF168-9B42-08D2-2501-693989D6EAB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2D7C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3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2BAEED87-8A06-5A84-4A4F-7BE9BD634B53}"/>
                  </a:ext>
                </a:extLst>
              </p:cNvPr>
              <p:cNvGrpSpPr/>
              <p:nvPr/>
            </p:nvGrpSpPr>
            <p:grpSpPr>
              <a:xfrm>
                <a:off x="3898765" y="26387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A1809785-95EF-5139-6C37-F5867719EC9D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29" name="Rectangle 28">
                    <a:extLst>
                      <a:ext uri="{FF2B5EF4-FFF2-40B4-BE49-F238E27FC236}">
                        <a16:creationId xmlns:a16="http://schemas.microsoft.com/office/drawing/2014/main" id="{FADC359F-DE0B-9146-ED0C-0F63435DC1B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FD5B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4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30" name="Rectangle 29">
                    <a:extLst>
                      <a:ext uri="{FF2B5EF4-FFF2-40B4-BE49-F238E27FC236}">
                        <a16:creationId xmlns:a16="http://schemas.microsoft.com/office/drawing/2014/main" id="{4B7B03BE-E712-0E5A-BD79-6FAEB3F5F08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CCB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5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0F4901B2-A53E-7BD3-EF34-4513E037A5B4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27" name="Rectangle 26">
                    <a:extLst>
                      <a:ext uri="{FF2B5EF4-FFF2-40B4-BE49-F238E27FC236}">
                        <a16:creationId xmlns:a16="http://schemas.microsoft.com/office/drawing/2014/main" id="{20615ECA-F6AF-4171-BE69-321451026CD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8C9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6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28" name="Rectangle 27">
                    <a:extLst>
                      <a:ext uri="{FF2B5EF4-FFF2-40B4-BE49-F238E27FC236}">
                        <a16:creationId xmlns:a16="http://schemas.microsoft.com/office/drawing/2014/main" id="{5EA52AAF-38B1-B498-2D9A-427EECB7AE2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5C6A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7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66A52EA3-55EC-C6EE-0378-3F279BD7E795}"/>
                </a:ext>
              </a:extLst>
            </p:cNvPr>
            <p:cNvSpPr txBox="1"/>
            <p:nvPr/>
          </p:nvSpPr>
          <p:spPr>
            <a:xfrm rot="16200000">
              <a:off x="3417391" y="5821483"/>
              <a:ext cx="67839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0" dirty="0">
                  <a:solidFill>
                    <a:schemeClr val="tx2"/>
                  </a:solidFill>
                </a:rPr>
                <a:t>Node 4</a:t>
              </a:r>
            </a:p>
          </p:txBody>
        </p:sp>
      </p:grpSp>
      <p:sp>
        <p:nvSpPr>
          <p:cNvPr id="67" name="Right Arrow 66">
            <a:extLst>
              <a:ext uri="{FF2B5EF4-FFF2-40B4-BE49-F238E27FC236}">
                <a16:creationId xmlns:a16="http://schemas.microsoft.com/office/drawing/2014/main" id="{100AB339-84DE-BA9E-00E5-4FE61BB5EDC9}"/>
              </a:ext>
            </a:extLst>
          </p:cNvPr>
          <p:cNvSpPr/>
          <p:nvPr/>
        </p:nvSpPr>
        <p:spPr bwMode="auto">
          <a:xfrm>
            <a:off x="4528239" y="662955"/>
            <a:ext cx="2104446" cy="317521"/>
          </a:xfrm>
          <a:prstGeom prst="rightArrow">
            <a:avLst/>
          </a:prstGeom>
          <a:solidFill>
            <a:schemeClr val="accent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rPr>
              <a:t>Time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F6B863E3-465A-8117-C657-B33BE36C5E3A}"/>
              </a:ext>
            </a:extLst>
          </p:cNvPr>
          <p:cNvSpPr/>
          <p:nvPr/>
        </p:nvSpPr>
        <p:spPr bwMode="auto">
          <a:xfrm>
            <a:off x="3869105" y="1066971"/>
            <a:ext cx="1440000" cy="159150"/>
          </a:xfrm>
          <a:prstGeom prst="rect">
            <a:avLst/>
          </a:prstGeom>
          <a:solidFill>
            <a:srgbClr val="800000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>
                <a:solidFill>
                  <a:srgbClr val="FFFFFF"/>
                </a:solidFill>
              </a:rPr>
              <a:t>Job 1</a:t>
            </a:r>
            <a:endParaRPr kumimoji="0" lang="en-US" sz="9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C2CD6678-765E-9351-E919-C72C1B0D927A}"/>
              </a:ext>
            </a:extLst>
          </p:cNvPr>
          <p:cNvSpPr/>
          <p:nvPr/>
        </p:nvSpPr>
        <p:spPr bwMode="auto">
          <a:xfrm>
            <a:off x="4011538" y="3410927"/>
            <a:ext cx="720000" cy="1192423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rgbClr val="FFFFFF"/>
                </a:solidFill>
              </a:rPr>
              <a:t>Job 2</a:t>
            </a:r>
            <a:endParaRPr kumimoji="0" lang="en-US" sz="9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48109BEA-41E7-1A1F-8797-3C6412B117C6}"/>
              </a:ext>
            </a:extLst>
          </p:cNvPr>
          <p:cNvSpPr/>
          <p:nvPr/>
        </p:nvSpPr>
        <p:spPr bwMode="auto">
          <a:xfrm>
            <a:off x="4123494" y="2244682"/>
            <a:ext cx="1440000" cy="116835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rgbClr val="FFFFFF"/>
                </a:solidFill>
              </a:rPr>
              <a:t>Job 3</a:t>
            </a:r>
            <a:endParaRPr kumimoji="0" lang="en-US" sz="9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87179B4A-DC6A-6C98-EC82-C2C53AF3A059}"/>
              </a:ext>
            </a:extLst>
          </p:cNvPr>
          <p:cNvSpPr/>
          <p:nvPr/>
        </p:nvSpPr>
        <p:spPr bwMode="auto">
          <a:xfrm>
            <a:off x="4123494" y="4595229"/>
            <a:ext cx="1440000" cy="118692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rgbClr val="FFFFFF"/>
                </a:solidFill>
              </a:rPr>
              <a:t>Job 3</a:t>
            </a:r>
            <a:endParaRPr kumimoji="0" lang="en-US" sz="9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56699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D82EC-7B14-58C7-8719-D7F7FA5B0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7A598-7645-060A-8F05-85F92611D5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769" y="461176"/>
            <a:ext cx="2949336" cy="6229688"/>
          </a:xfrm>
        </p:spPr>
        <p:txBody>
          <a:bodyPr/>
          <a:lstStyle/>
          <a:p>
            <a:r>
              <a:rPr lang="en-US" sz="1400" dirty="0"/>
              <a:t>Job 1: 1 core, 8 h</a:t>
            </a:r>
          </a:p>
          <a:p>
            <a:r>
              <a:rPr lang="en-US" sz="1400" dirty="0"/>
              <a:t>Job 2: 1 node, 8 cores, 4 h</a:t>
            </a:r>
          </a:p>
          <a:p>
            <a:r>
              <a:rPr lang="en-US" sz="1400" dirty="0"/>
              <a:t>Job 3: 2 nodes, 16 cores, 8 h</a:t>
            </a:r>
          </a:p>
          <a:p>
            <a:r>
              <a:rPr lang="en-US" sz="1400" dirty="0"/>
              <a:t>Job 4: 3 nodes, 24 cores, 3 h</a:t>
            </a:r>
          </a:p>
          <a:p>
            <a:pPr lvl="1"/>
            <a:r>
              <a:rPr lang="en-US" sz="1400" dirty="0"/>
              <a:t>wait for job 3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1C870027-F0FA-DE68-95F7-869F48712F24}"/>
              </a:ext>
            </a:extLst>
          </p:cNvPr>
          <p:cNvGrpSpPr/>
          <p:nvPr/>
        </p:nvGrpSpPr>
        <p:grpSpPr>
          <a:xfrm>
            <a:off x="3592105" y="1068831"/>
            <a:ext cx="4930398" cy="4702876"/>
            <a:chOff x="3618086" y="1838666"/>
            <a:chExt cx="4930398" cy="4702876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BD437B18-9D3E-8CBF-E3DE-806A2F389D2F}"/>
                </a:ext>
              </a:extLst>
            </p:cNvPr>
            <p:cNvGrpSpPr/>
            <p:nvPr/>
          </p:nvGrpSpPr>
          <p:grpSpPr>
            <a:xfrm>
              <a:off x="3898944" y="1838666"/>
              <a:ext cx="4649540" cy="1174087"/>
              <a:chOff x="3898765" y="1838665"/>
              <a:chExt cx="4357085" cy="1600438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01F147D9-6A06-3F62-72A9-01F4B457C363}"/>
                  </a:ext>
                </a:extLst>
              </p:cNvPr>
              <p:cNvGrpSpPr/>
              <p:nvPr/>
            </p:nvGrpSpPr>
            <p:grpSpPr>
              <a:xfrm>
                <a:off x="3898765" y="18386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6" name="Group 5">
                  <a:extLst>
                    <a:ext uri="{FF2B5EF4-FFF2-40B4-BE49-F238E27FC236}">
                      <a16:creationId xmlns:a16="http://schemas.microsoft.com/office/drawing/2014/main" id="{24970E0D-3A57-D7AD-9495-71E8CFD0B2A0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4" name="Rectangle 3">
                    <a:extLst>
                      <a:ext uri="{FF2B5EF4-FFF2-40B4-BE49-F238E27FC236}">
                        <a16:creationId xmlns:a16="http://schemas.microsoft.com/office/drawing/2014/main" id="{52AC2E23-5F55-E0FE-BD5E-94BFF0CC49F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0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5" name="Rectangle 4">
                    <a:extLst>
                      <a:ext uri="{FF2B5EF4-FFF2-40B4-BE49-F238E27FC236}">
                        <a16:creationId xmlns:a16="http://schemas.microsoft.com/office/drawing/2014/main" id="{A82B0769-1308-6DB5-636C-B7CF7BBB581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9E1C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1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7" name="Group 6">
                  <a:extLst>
                    <a:ext uri="{FF2B5EF4-FFF2-40B4-BE49-F238E27FC236}">
                      <a16:creationId xmlns:a16="http://schemas.microsoft.com/office/drawing/2014/main" id="{C1A37956-C19A-CB42-20DA-AEB1D12A62D8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8" name="Rectangle 7">
                    <a:extLst>
                      <a:ext uri="{FF2B5EF4-FFF2-40B4-BE49-F238E27FC236}">
                        <a16:creationId xmlns:a16="http://schemas.microsoft.com/office/drawing/2014/main" id="{D9F1CBD7-D992-D12B-1D5B-3BFA7212EDC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F5DEC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2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9" name="Rectangle 8">
                    <a:extLst>
                      <a:ext uri="{FF2B5EF4-FFF2-40B4-BE49-F238E27FC236}">
                        <a16:creationId xmlns:a16="http://schemas.microsoft.com/office/drawing/2014/main" id="{7059EE0B-4208-DEAC-F105-4F2AA22E171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2D7C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3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AFA079A8-4D8E-E78A-908D-BCDB8C4957B3}"/>
                  </a:ext>
                </a:extLst>
              </p:cNvPr>
              <p:cNvGrpSpPr/>
              <p:nvPr/>
            </p:nvGrpSpPr>
            <p:grpSpPr>
              <a:xfrm>
                <a:off x="3898765" y="26387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12" name="Group 11">
                  <a:extLst>
                    <a:ext uri="{FF2B5EF4-FFF2-40B4-BE49-F238E27FC236}">
                      <a16:creationId xmlns:a16="http://schemas.microsoft.com/office/drawing/2014/main" id="{7A3930CA-04FF-7B46-4981-A8B833130F90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16" name="Rectangle 15">
                    <a:extLst>
                      <a:ext uri="{FF2B5EF4-FFF2-40B4-BE49-F238E27FC236}">
                        <a16:creationId xmlns:a16="http://schemas.microsoft.com/office/drawing/2014/main" id="{3E19376F-B4E4-B66C-BC90-988D42C856B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FD5B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4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16560665-2CB6-FAE7-2B40-923A5F97288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CCB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5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E1227BD8-C82C-D23C-799A-EE09C7192DDE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2A513CCF-8DC8-D385-1450-34482366140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8C9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6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45F34B5C-BB85-6252-6C54-88D36F947A2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5C6A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7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352BF3A4-1232-7EED-AD50-6EEB503461DD}"/>
                </a:ext>
              </a:extLst>
            </p:cNvPr>
            <p:cNvGrpSpPr/>
            <p:nvPr/>
          </p:nvGrpSpPr>
          <p:grpSpPr>
            <a:xfrm>
              <a:off x="3896101" y="3010085"/>
              <a:ext cx="4649540" cy="1174087"/>
              <a:chOff x="3898765" y="1838665"/>
              <a:chExt cx="4357085" cy="1600438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108C8269-5596-5E6B-9AB3-8650047E0CAA}"/>
                  </a:ext>
                </a:extLst>
              </p:cNvPr>
              <p:cNvGrpSpPr/>
              <p:nvPr/>
            </p:nvGrpSpPr>
            <p:grpSpPr>
              <a:xfrm>
                <a:off x="3898765" y="18386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E3DCB5D-D176-E0DD-FC94-4D2242FCD83C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47" name="Rectangle 46">
                    <a:extLst>
                      <a:ext uri="{FF2B5EF4-FFF2-40B4-BE49-F238E27FC236}">
                        <a16:creationId xmlns:a16="http://schemas.microsoft.com/office/drawing/2014/main" id="{595FFCC8-E4EC-839C-2EBA-AF13F29A5D3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0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48" name="Rectangle 47">
                    <a:extLst>
                      <a:ext uri="{FF2B5EF4-FFF2-40B4-BE49-F238E27FC236}">
                        <a16:creationId xmlns:a16="http://schemas.microsoft.com/office/drawing/2014/main" id="{20E561DB-6D1E-C9EF-CE94-B3552EE152A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9E1C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1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494A09A8-EF92-A0A7-4CC7-028942E00BE7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45" name="Rectangle 44">
                    <a:extLst>
                      <a:ext uri="{FF2B5EF4-FFF2-40B4-BE49-F238E27FC236}">
                        <a16:creationId xmlns:a16="http://schemas.microsoft.com/office/drawing/2014/main" id="{CDF97890-3781-A7E3-0494-F13B60D5A2A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F5DEC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2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847BB30C-9D54-2ECF-07BD-B31E0D9574C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2D7C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3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DBD94205-F66F-0E44-8F90-F46B3C61842D}"/>
                  </a:ext>
                </a:extLst>
              </p:cNvPr>
              <p:cNvGrpSpPr/>
              <p:nvPr/>
            </p:nvGrpSpPr>
            <p:grpSpPr>
              <a:xfrm>
                <a:off x="3898765" y="26387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37" name="Group 36">
                  <a:extLst>
                    <a:ext uri="{FF2B5EF4-FFF2-40B4-BE49-F238E27FC236}">
                      <a16:creationId xmlns:a16="http://schemas.microsoft.com/office/drawing/2014/main" id="{B4430F64-5607-36CF-B4C9-D239B5FE5EF5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41" name="Rectangle 40">
                    <a:extLst>
                      <a:ext uri="{FF2B5EF4-FFF2-40B4-BE49-F238E27FC236}">
                        <a16:creationId xmlns:a16="http://schemas.microsoft.com/office/drawing/2014/main" id="{D67ED0F2-ECD9-7D5F-7C58-919E174EC2D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FD5B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4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42" name="Rectangle 41">
                    <a:extLst>
                      <a:ext uri="{FF2B5EF4-FFF2-40B4-BE49-F238E27FC236}">
                        <a16:creationId xmlns:a16="http://schemas.microsoft.com/office/drawing/2014/main" id="{2F20E544-CEA7-89F8-0D89-097511EE393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CCB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5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38" name="Group 37">
                  <a:extLst>
                    <a:ext uri="{FF2B5EF4-FFF2-40B4-BE49-F238E27FC236}">
                      <a16:creationId xmlns:a16="http://schemas.microsoft.com/office/drawing/2014/main" id="{60139D9E-CB26-0A2F-86BB-D9FF2611A08C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39" name="Rectangle 38">
                    <a:extLst>
                      <a:ext uri="{FF2B5EF4-FFF2-40B4-BE49-F238E27FC236}">
                        <a16:creationId xmlns:a16="http://schemas.microsoft.com/office/drawing/2014/main" id="{49C2A10E-2ADE-8B03-185C-87ED93AB71E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8C9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6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40" name="Rectangle 39">
                    <a:extLst>
                      <a:ext uri="{FF2B5EF4-FFF2-40B4-BE49-F238E27FC236}">
                        <a16:creationId xmlns:a16="http://schemas.microsoft.com/office/drawing/2014/main" id="{535D8431-B453-75EA-8553-5EA5122E704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5C6A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7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828DAC76-F014-F753-C4E6-2CDED9F2AFA2}"/>
                </a:ext>
              </a:extLst>
            </p:cNvPr>
            <p:cNvGrpSpPr/>
            <p:nvPr/>
          </p:nvGrpSpPr>
          <p:grpSpPr>
            <a:xfrm>
              <a:off x="3896100" y="4191558"/>
              <a:ext cx="4649540" cy="1174087"/>
              <a:chOff x="3898765" y="1838665"/>
              <a:chExt cx="4357085" cy="1600438"/>
            </a:xfrm>
          </p:grpSpPr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8271B75A-00D3-8CBA-F8E4-EFA985242BC0}"/>
                  </a:ext>
                </a:extLst>
              </p:cNvPr>
              <p:cNvGrpSpPr/>
              <p:nvPr/>
            </p:nvGrpSpPr>
            <p:grpSpPr>
              <a:xfrm>
                <a:off x="3898765" y="18386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52AF1634-E815-D64E-D96A-69D96798E30F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62" name="Rectangle 61">
                    <a:extLst>
                      <a:ext uri="{FF2B5EF4-FFF2-40B4-BE49-F238E27FC236}">
                        <a16:creationId xmlns:a16="http://schemas.microsoft.com/office/drawing/2014/main" id="{193209A7-9EF6-DAE3-798D-82B60EBAA79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0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63" name="Rectangle 62">
                    <a:extLst>
                      <a:ext uri="{FF2B5EF4-FFF2-40B4-BE49-F238E27FC236}">
                        <a16:creationId xmlns:a16="http://schemas.microsoft.com/office/drawing/2014/main" id="{D08E1371-A304-3AC2-A8DD-D273E583A2C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9E1C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1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02CF1014-8FAF-48AA-2BBD-C07F0ACFFB10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60" name="Rectangle 59">
                    <a:extLst>
                      <a:ext uri="{FF2B5EF4-FFF2-40B4-BE49-F238E27FC236}">
                        <a16:creationId xmlns:a16="http://schemas.microsoft.com/office/drawing/2014/main" id="{1C4E0207-4A1F-898B-E7E0-25634E56767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F5DEC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2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61" name="Rectangle 60">
                    <a:extLst>
                      <a:ext uri="{FF2B5EF4-FFF2-40B4-BE49-F238E27FC236}">
                        <a16:creationId xmlns:a16="http://schemas.microsoft.com/office/drawing/2014/main" id="{14F1BA40-4E38-476C-80EC-6F470A2ABC9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2D7C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3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0035B655-A2E3-5B75-E1E6-5316ADA17863}"/>
                  </a:ext>
                </a:extLst>
              </p:cNvPr>
              <p:cNvGrpSpPr/>
              <p:nvPr/>
            </p:nvGrpSpPr>
            <p:grpSpPr>
              <a:xfrm>
                <a:off x="3898765" y="26387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563C3896-827C-15F1-2BBF-2C010F48971E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56" name="Rectangle 55">
                    <a:extLst>
                      <a:ext uri="{FF2B5EF4-FFF2-40B4-BE49-F238E27FC236}">
                        <a16:creationId xmlns:a16="http://schemas.microsoft.com/office/drawing/2014/main" id="{84DFF2F0-5B29-AB40-1D46-5DA4BBBC6E9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FD5B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4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57" name="Rectangle 56">
                    <a:extLst>
                      <a:ext uri="{FF2B5EF4-FFF2-40B4-BE49-F238E27FC236}">
                        <a16:creationId xmlns:a16="http://schemas.microsoft.com/office/drawing/2014/main" id="{04707FC0-414E-575D-6E2D-38B81B94095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CCB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5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53" name="Group 52">
                  <a:extLst>
                    <a:ext uri="{FF2B5EF4-FFF2-40B4-BE49-F238E27FC236}">
                      <a16:creationId xmlns:a16="http://schemas.microsoft.com/office/drawing/2014/main" id="{9404A78B-3C24-2C51-3B45-001A6BECD699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54" name="Rectangle 53">
                    <a:extLst>
                      <a:ext uri="{FF2B5EF4-FFF2-40B4-BE49-F238E27FC236}">
                        <a16:creationId xmlns:a16="http://schemas.microsoft.com/office/drawing/2014/main" id="{4F25AB00-9AA1-BAA1-B34C-F3CE455E56F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8C9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6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55" name="Rectangle 54">
                    <a:extLst>
                      <a:ext uri="{FF2B5EF4-FFF2-40B4-BE49-F238E27FC236}">
                        <a16:creationId xmlns:a16="http://schemas.microsoft.com/office/drawing/2014/main" id="{B3423E5D-5156-8397-FE49-8B806F24E33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5C6A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7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</p:grp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85066886-728F-6905-52AD-50C78EA3F417}"/>
                </a:ext>
              </a:extLst>
            </p:cNvPr>
            <p:cNvSpPr txBox="1"/>
            <p:nvPr/>
          </p:nvSpPr>
          <p:spPr>
            <a:xfrm rot="16200000">
              <a:off x="3418803" y="2289109"/>
              <a:ext cx="6808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0" dirty="0">
                  <a:solidFill>
                    <a:schemeClr val="tx2"/>
                  </a:solidFill>
                </a:rPr>
                <a:t>Node 1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ACEAE65-14E5-176B-959E-6A95255AA90E}"/>
                </a:ext>
              </a:extLst>
            </p:cNvPr>
            <p:cNvSpPr txBox="1"/>
            <p:nvPr/>
          </p:nvSpPr>
          <p:spPr>
            <a:xfrm rot="16200000">
              <a:off x="3416139" y="3453143"/>
              <a:ext cx="6808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0">
                  <a:solidFill>
                    <a:schemeClr val="tx2"/>
                  </a:solidFill>
                </a:rPr>
                <a:t>Node 2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66F2BF21-A799-11AB-61B6-E00173A0F36D}"/>
                </a:ext>
              </a:extLst>
            </p:cNvPr>
            <p:cNvSpPr txBox="1"/>
            <p:nvPr/>
          </p:nvSpPr>
          <p:spPr>
            <a:xfrm rot="16200000">
              <a:off x="3416138" y="4634617"/>
              <a:ext cx="6808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0" dirty="0">
                  <a:solidFill>
                    <a:schemeClr val="tx2"/>
                  </a:solidFill>
                </a:rPr>
                <a:t>Node 3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A7B58939-FCA4-7815-769F-3EB222CE94EA}"/>
                </a:ext>
              </a:extLst>
            </p:cNvPr>
            <p:cNvGrpSpPr/>
            <p:nvPr/>
          </p:nvGrpSpPr>
          <p:grpSpPr>
            <a:xfrm>
              <a:off x="3895086" y="5367455"/>
              <a:ext cx="4649540" cy="1174087"/>
              <a:chOff x="3898765" y="1838665"/>
              <a:chExt cx="4357085" cy="1600438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56367969-9772-0A50-D87F-256A215CC3B5}"/>
                  </a:ext>
                </a:extLst>
              </p:cNvPr>
              <p:cNvGrpSpPr/>
              <p:nvPr/>
            </p:nvGrpSpPr>
            <p:grpSpPr>
              <a:xfrm>
                <a:off x="3898765" y="18386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31" name="Group 30">
                  <a:extLst>
                    <a:ext uri="{FF2B5EF4-FFF2-40B4-BE49-F238E27FC236}">
                      <a16:creationId xmlns:a16="http://schemas.microsoft.com/office/drawing/2014/main" id="{47943409-F35B-732F-E157-DD857018D685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76" name="Rectangle 75">
                    <a:extLst>
                      <a:ext uri="{FF2B5EF4-FFF2-40B4-BE49-F238E27FC236}">
                        <a16:creationId xmlns:a16="http://schemas.microsoft.com/office/drawing/2014/main" id="{CBAC6F85-42AF-CBA7-840A-14951633AA0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0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77" name="Rectangle 76">
                    <a:extLst>
                      <a:ext uri="{FF2B5EF4-FFF2-40B4-BE49-F238E27FC236}">
                        <a16:creationId xmlns:a16="http://schemas.microsoft.com/office/drawing/2014/main" id="{53B0DA47-EED1-15A0-43A8-31F7BFA5ABB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9E1C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1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32" name="Group 31">
                  <a:extLst>
                    <a:ext uri="{FF2B5EF4-FFF2-40B4-BE49-F238E27FC236}">
                      <a16:creationId xmlns:a16="http://schemas.microsoft.com/office/drawing/2014/main" id="{3D3AC4F1-8312-8E15-DC04-CF1593C91FE8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33" name="Rectangle 32">
                    <a:extLst>
                      <a:ext uri="{FF2B5EF4-FFF2-40B4-BE49-F238E27FC236}">
                        <a16:creationId xmlns:a16="http://schemas.microsoft.com/office/drawing/2014/main" id="{4EAA332B-FBD0-42E2-12C6-29C203BDCF9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F5DEC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2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75" name="Rectangle 74">
                    <a:extLst>
                      <a:ext uri="{FF2B5EF4-FFF2-40B4-BE49-F238E27FC236}">
                        <a16:creationId xmlns:a16="http://schemas.microsoft.com/office/drawing/2014/main" id="{368A7764-9A54-8722-17A2-2F0568C0E24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2D7C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3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FFF30C1A-AB41-AAC5-E40F-77BD5362A79F}"/>
                  </a:ext>
                </a:extLst>
              </p:cNvPr>
              <p:cNvGrpSpPr/>
              <p:nvPr/>
            </p:nvGrpSpPr>
            <p:grpSpPr>
              <a:xfrm>
                <a:off x="3898765" y="26387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72FD172F-15A4-C461-8040-2F1459B7DA8B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29" name="Rectangle 28">
                    <a:extLst>
                      <a:ext uri="{FF2B5EF4-FFF2-40B4-BE49-F238E27FC236}">
                        <a16:creationId xmlns:a16="http://schemas.microsoft.com/office/drawing/2014/main" id="{6E150A04-12DC-578A-70DC-9BE6C7B3635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FD5B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4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30" name="Rectangle 29">
                    <a:extLst>
                      <a:ext uri="{FF2B5EF4-FFF2-40B4-BE49-F238E27FC236}">
                        <a16:creationId xmlns:a16="http://schemas.microsoft.com/office/drawing/2014/main" id="{AB140127-C4A5-93B6-EE5A-DCAFC470B95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CCB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5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D46C0748-85A1-1877-8683-3E629CCF6559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27" name="Rectangle 26">
                    <a:extLst>
                      <a:ext uri="{FF2B5EF4-FFF2-40B4-BE49-F238E27FC236}">
                        <a16:creationId xmlns:a16="http://schemas.microsoft.com/office/drawing/2014/main" id="{3DD4894E-C26B-988A-77D2-37F1EA4BA35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8C9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6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28" name="Rectangle 27">
                    <a:extLst>
                      <a:ext uri="{FF2B5EF4-FFF2-40B4-BE49-F238E27FC236}">
                        <a16:creationId xmlns:a16="http://schemas.microsoft.com/office/drawing/2014/main" id="{7B7F5A60-9189-11CE-8499-66E25C6C48E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5C6A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7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CD77E49-7639-805F-B5EE-1EF33C473C78}"/>
                </a:ext>
              </a:extLst>
            </p:cNvPr>
            <p:cNvSpPr txBox="1"/>
            <p:nvPr/>
          </p:nvSpPr>
          <p:spPr>
            <a:xfrm rot="16200000">
              <a:off x="3417391" y="5821483"/>
              <a:ext cx="67839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0" dirty="0">
                  <a:solidFill>
                    <a:schemeClr val="tx2"/>
                  </a:solidFill>
                </a:rPr>
                <a:t>Node 4</a:t>
              </a:r>
            </a:p>
          </p:txBody>
        </p:sp>
      </p:grpSp>
      <p:sp>
        <p:nvSpPr>
          <p:cNvPr id="67" name="Right Arrow 66">
            <a:extLst>
              <a:ext uri="{FF2B5EF4-FFF2-40B4-BE49-F238E27FC236}">
                <a16:creationId xmlns:a16="http://schemas.microsoft.com/office/drawing/2014/main" id="{A07425FA-F7E9-0830-3EF4-90899FCC8F78}"/>
              </a:ext>
            </a:extLst>
          </p:cNvPr>
          <p:cNvSpPr/>
          <p:nvPr/>
        </p:nvSpPr>
        <p:spPr bwMode="auto">
          <a:xfrm>
            <a:off x="4528239" y="662955"/>
            <a:ext cx="2104446" cy="317521"/>
          </a:xfrm>
          <a:prstGeom prst="rightArrow">
            <a:avLst/>
          </a:prstGeom>
          <a:solidFill>
            <a:schemeClr val="accent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rPr>
              <a:t>Time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4892B230-7E93-8059-17BE-2246B505F316}"/>
              </a:ext>
            </a:extLst>
          </p:cNvPr>
          <p:cNvSpPr/>
          <p:nvPr/>
        </p:nvSpPr>
        <p:spPr bwMode="auto">
          <a:xfrm>
            <a:off x="3869105" y="1066971"/>
            <a:ext cx="1440000" cy="159150"/>
          </a:xfrm>
          <a:prstGeom prst="rect">
            <a:avLst/>
          </a:prstGeom>
          <a:solidFill>
            <a:srgbClr val="800000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>
                <a:solidFill>
                  <a:srgbClr val="FFFFFF"/>
                </a:solidFill>
              </a:rPr>
              <a:t>Job 1</a:t>
            </a:r>
            <a:endParaRPr kumimoji="0" lang="en-US" sz="9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7CC154C8-568A-DF89-5E0C-D991D6149E4B}"/>
              </a:ext>
            </a:extLst>
          </p:cNvPr>
          <p:cNvSpPr/>
          <p:nvPr/>
        </p:nvSpPr>
        <p:spPr bwMode="auto">
          <a:xfrm>
            <a:off x="4011538" y="3410927"/>
            <a:ext cx="720000" cy="1192423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rgbClr val="FFFFFF"/>
                </a:solidFill>
              </a:rPr>
              <a:t>Job 2</a:t>
            </a:r>
            <a:endParaRPr kumimoji="0" lang="en-US" sz="9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1561952E-30AD-A35B-FD2A-D5EEB61539F1}"/>
              </a:ext>
            </a:extLst>
          </p:cNvPr>
          <p:cNvSpPr/>
          <p:nvPr/>
        </p:nvSpPr>
        <p:spPr bwMode="auto">
          <a:xfrm>
            <a:off x="4123494" y="2244682"/>
            <a:ext cx="1440000" cy="116835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rgbClr val="FFFFFF"/>
                </a:solidFill>
              </a:rPr>
              <a:t>Job 3</a:t>
            </a:r>
            <a:endParaRPr kumimoji="0" lang="en-US" sz="9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5F0061E0-4DB8-D9E8-0D10-951E33C18388}"/>
              </a:ext>
            </a:extLst>
          </p:cNvPr>
          <p:cNvSpPr/>
          <p:nvPr/>
        </p:nvSpPr>
        <p:spPr bwMode="auto">
          <a:xfrm>
            <a:off x="5565683" y="2242481"/>
            <a:ext cx="529200" cy="3541354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rgbClr val="FFFFFF"/>
                </a:solidFill>
              </a:rPr>
              <a:t>Job 4</a:t>
            </a:r>
            <a:endParaRPr kumimoji="0" lang="en-US" sz="9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18500AF0-1044-3A28-9105-FD3440CC836B}"/>
              </a:ext>
            </a:extLst>
          </p:cNvPr>
          <p:cNvSpPr/>
          <p:nvPr/>
        </p:nvSpPr>
        <p:spPr bwMode="auto">
          <a:xfrm>
            <a:off x="4121280" y="4617243"/>
            <a:ext cx="1440000" cy="116835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rgbClr val="FFFFFF"/>
                </a:solidFill>
              </a:rPr>
              <a:t>Job 3</a:t>
            </a:r>
            <a:endParaRPr kumimoji="0" lang="en-US" sz="9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28496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566BC-A7DF-84BF-AF36-F065AC1CD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56C31-0E32-D386-BFFE-662DE364B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769" y="461176"/>
            <a:ext cx="2949336" cy="6229688"/>
          </a:xfrm>
        </p:spPr>
        <p:txBody>
          <a:bodyPr/>
          <a:lstStyle/>
          <a:p>
            <a:r>
              <a:rPr lang="en-US" sz="1400" dirty="0"/>
              <a:t>Job 1: 1 core, 8 h</a:t>
            </a:r>
          </a:p>
          <a:p>
            <a:r>
              <a:rPr lang="en-US" sz="1400" dirty="0"/>
              <a:t>Job 2: 1 node, 8 cores, 4 h</a:t>
            </a:r>
          </a:p>
          <a:p>
            <a:r>
              <a:rPr lang="en-US" sz="1400" dirty="0"/>
              <a:t>Job 3: 2 nodes, 16 cores, 8 h</a:t>
            </a:r>
          </a:p>
          <a:p>
            <a:r>
              <a:rPr lang="en-US" sz="1400" dirty="0"/>
              <a:t>Job 4: 3 nodes, 24 cores, 3 h</a:t>
            </a:r>
          </a:p>
          <a:p>
            <a:pPr lvl="1"/>
            <a:r>
              <a:rPr lang="en-US" sz="1400" dirty="0"/>
              <a:t>wait for job 3</a:t>
            </a:r>
          </a:p>
          <a:p>
            <a:r>
              <a:rPr lang="en-US" sz="1400" dirty="0"/>
              <a:t>Job 5: 1 node, 8 cores, 12 h</a:t>
            </a:r>
          </a:p>
          <a:p>
            <a:pPr lvl="1"/>
            <a:r>
              <a:rPr lang="en-US" sz="1400" dirty="0"/>
              <a:t>insufficient time before 4</a:t>
            </a:r>
          </a:p>
          <a:p>
            <a:pPr lvl="1"/>
            <a:r>
              <a:rPr lang="en-US" sz="1400" dirty="0"/>
              <a:t>Schedule after job 1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AE6C86DE-258D-0834-CEDD-C95222C86899}"/>
              </a:ext>
            </a:extLst>
          </p:cNvPr>
          <p:cNvGrpSpPr/>
          <p:nvPr/>
        </p:nvGrpSpPr>
        <p:grpSpPr>
          <a:xfrm>
            <a:off x="3592105" y="1068831"/>
            <a:ext cx="4930398" cy="4702876"/>
            <a:chOff x="3618086" y="1838666"/>
            <a:chExt cx="4930398" cy="4702876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28D357DF-41D2-7B57-3821-ED133EF85593}"/>
                </a:ext>
              </a:extLst>
            </p:cNvPr>
            <p:cNvGrpSpPr/>
            <p:nvPr/>
          </p:nvGrpSpPr>
          <p:grpSpPr>
            <a:xfrm>
              <a:off x="3898944" y="1838666"/>
              <a:ext cx="4649540" cy="1174087"/>
              <a:chOff x="3898765" y="1838665"/>
              <a:chExt cx="4357085" cy="1600438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EE92216B-A984-9A00-A350-8A7CED066064}"/>
                  </a:ext>
                </a:extLst>
              </p:cNvPr>
              <p:cNvGrpSpPr/>
              <p:nvPr/>
            </p:nvGrpSpPr>
            <p:grpSpPr>
              <a:xfrm>
                <a:off x="3898765" y="18386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6" name="Group 5">
                  <a:extLst>
                    <a:ext uri="{FF2B5EF4-FFF2-40B4-BE49-F238E27FC236}">
                      <a16:creationId xmlns:a16="http://schemas.microsoft.com/office/drawing/2014/main" id="{A570DB1D-5BA9-78DB-6CD4-0E4DFD1F1FB8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4" name="Rectangle 3">
                    <a:extLst>
                      <a:ext uri="{FF2B5EF4-FFF2-40B4-BE49-F238E27FC236}">
                        <a16:creationId xmlns:a16="http://schemas.microsoft.com/office/drawing/2014/main" id="{CD16E021-8291-4E0F-4026-809EE17F921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0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5" name="Rectangle 4">
                    <a:extLst>
                      <a:ext uri="{FF2B5EF4-FFF2-40B4-BE49-F238E27FC236}">
                        <a16:creationId xmlns:a16="http://schemas.microsoft.com/office/drawing/2014/main" id="{C60FACCA-C8C0-828A-96F7-EDDC92C4A45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9E1C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1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7" name="Group 6">
                  <a:extLst>
                    <a:ext uri="{FF2B5EF4-FFF2-40B4-BE49-F238E27FC236}">
                      <a16:creationId xmlns:a16="http://schemas.microsoft.com/office/drawing/2014/main" id="{196CEDDF-9DD8-6B46-6704-12052EB92F43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8" name="Rectangle 7">
                    <a:extLst>
                      <a:ext uri="{FF2B5EF4-FFF2-40B4-BE49-F238E27FC236}">
                        <a16:creationId xmlns:a16="http://schemas.microsoft.com/office/drawing/2014/main" id="{994E90DB-1C5A-CF52-F4E4-6529034102A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F5DEC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2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9" name="Rectangle 8">
                    <a:extLst>
                      <a:ext uri="{FF2B5EF4-FFF2-40B4-BE49-F238E27FC236}">
                        <a16:creationId xmlns:a16="http://schemas.microsoft.com/office/drawing/2014/main" id="{B528445E-6C74-267E-60BC-43C344AD687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2D7C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3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5EFB95BA-56F4-D557-53E8-CF3C36953C23}"/>
                  </a:ext>
                </a:extLst>
              </p:cNvPr>
              <p:cNvGrpSpPr/>
              <p:nvPr/>
            </p:nvGrpSpPr>
            <p:grpSpPr>
              <a:xfrm>
                <a:off x="3898765" y="26387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12" name="Group 11">
                  <a:extLst>
                    <a:ext uri="{FF2B5EF4-FFF2-40B4-BE49-F238E27FC236}">
                      <a16:creationId xmlns:a16="http://schemas.microsoft.com/office/drawing/2014/main" id="{F02CCC1B-D207-25A0-C5F2-97080FF67E64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16" name="Rectangle 15">
                    <a:extLst>
                      <a:ext uri="{FF2B5EF4-FFF2-40B4-BE49-F238E27FC236}">
                        <a16:creationId xmlns:a16="http://schemas.microsoft.com/office/drawing/2014/main" id="{110FE108-1FB2-2970-572D-1FF70732C78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FD5B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4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7BEED8DE-5873-8426-CBF2-B1438852197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CCB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5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6D9432B1-1B39-4185-EDE3-B5F3DD0156FF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E2C8A357-5468-D761-E606-18A8506783F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8C9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6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9EB21801-A445-561A-134B-F73334BD044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5C6A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7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A4B43754-239C-8F06-62F3-6BB22624FE47}"/>
                </a:ext>
              </a:extLst>
            </p:cNvPr>
            <p:cNvGrpSpPr/>
            <p:nvPr/>
          </p:nvGrpSpPr>
          <p:grpSpPr>
            <a:xfrm>
              <a:off x="3896101" y="3010085"/>
              <a:ext cx="4649540" cy="1174087"/>
              <a:chOff x="3898765" y="1838665"/>
              <a:chExt cx="4357085" cy="1600438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C15EAAA7-31C7-6F35-5CE8-3DA4BD29A644}"/>
                  </a:ext>
                </a:extLst>
              </p:cNvPr>
              <p:cNvGrpSpPr/>
              <p:nvPr/>
            </p:nvGrpSpPr>
            <p:grpSpPr>
              <a:xfrm>
                <a:off x="3898765" y="18386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D9CF871A-AED1-32DA-606B-FAEDE0FDA39B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47" name="Rectangle 46">
                    <a:extLst>
                      <a:ext uri="{FF2B5EF4-FFF2-40B4-BE49-F238E27FC236}">
                        <a16:creationId xmlns:a16="http://schemas.microsoft.com/office/drawing/2014/main" id="{B19BBD7E-72BF-1592-4D02-BE248825725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0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48" name="Rectangle 47">
                    <a:extLst>
                      <a:ext uri="{FF2B5EF4-FFF2-40B4-BE49-F238E27FC236}">
                        <a16:creationId xmlns:a16="http://schemas.microsoft.com/office/drawing/2014/main" id="{6DA71C56-C90A-BB1D-C0A7-0F19031CD66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9E1C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1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47FCE373-0834-8953-316E-4D593F093B14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45" name="Rectangle 44">
                    <a:extLst>
                      <a:ext uri="{FF2B5EF4-FFF2-40B4-BE49-F238E27FC236}">
                        <a16:creationId xmlns:a16="http://schemas.microsoft.com/office/drawing/2014/main" id="{D1FD678F-2DB0-FAC3-EED9-95255D66E87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F5DEC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2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75D545A9-40D7-4A1F-6F02-B586E20B69B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2D7C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3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38436D4F-9843-C1D8-C137-739B2836BDC5}"/>
                  </a:ext>
                </a:extLst>
              </p:cNvPr>
              <p:cNvGrpSpPr/>
              <p:nvPr/>
            </p:nvGrpSpPr>
            <p:grpSpPr>
              <a:xfrm>
                <a:off x="3898765" y="26387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37" name="Group 36">
                  <a:extLst>
                    <a:ext uri="{FF2B5EF4-FFF2-40B4-BE49-F238E27FC236}">
                      <a16:creationId xmlns:a16="http://schemas.microsoft.com/office/drawing/2014/main" id="{33938EE4-D8EA-CCFF-527A-8B868672788E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41" name="Rectangle 40">
                    <a:extLst>
                      <a:ext uri="{FF2B5EF4-FFF2-40B4-BE49-F238E27FC236}">
                        <a16:creationId xmlns:a16="http://schemas.microsoft.com/office/drawing/2014/main" id="{C3C04EB6-4CA6-A263-B996-4B22E144F6D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FD5B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4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42" name="Rectangle 41">
                    <a:extLst>
                      <a:ext uri="{FF2B5EF4-FFF2-40B4-BE49-F238E27FC236}">
                        <a16:creationId xmlns:a16="http://schemas.microsoft.com/office/drawing/2014/main" id="{BA8615E2-820C-2664-6692-DFD0CD82E0D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CCB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5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38" name="Group 37">
                  <a:extLst>
                    <a:ext uri="{FF2B5EF4-FFF2-40B4-BE49-F238E27FC236}">
                      <a16:creationId xmlns:a16="http://schemas.microsoft.com/office/drawing/2014/main" id="{5A7AAE52-F50F-B3F6-57BF-8A489DD486A8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39" name="Rectangle 38">
                    <a:extLst>
                      <a:ext uri="{FF2B5EF4-FFF2-40B4-BE49-F238E27FC236}">
                        <a16:creationId xmlns:a16="http://schemas.microsoft.com/office/drawing/2014/main" id="{331E6CC7-9099-FF88-090B-124E0E79C5B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8C9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6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40" name="Rectangle 39">
                    <a:extLst>
                      <a:ext uri="{FF2B5EF4-FFF2-40B4-BE49-F238E27FC236}">
                        <a16:creationId xmlns:a16="http://schemas.microsoft.com/office/drawing/2014/main" id="{A43AA1E7-73D5-3FBF-79AC-67EAD545788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5C6A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7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652ED40B-4548-6B02-2D18-DAA5E5078E6D}"/>
                </a:ext>
              </a:extLst>
            </p:cNvPr>
            <p:cNvGrpSpPr/>
            <p:nvPr/>
          </p:nvGrpSpPr>
          <p:grpSpPr>
            <a:xfrm>
              <a:off x="3896100" y="4191558"/>
              <a:ext cx="4649540" cy="1174087"/>
              <a:chOff x="3898765" y="1838665"/>
              <a:chExt cx="4357085" cy="1600438"/>
            </a:xfrm>
          </p:grpSpPr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1CD0983A-4CAD-5825-CE7D-005BB6D7F8FC}"/>
                  </a:ext>
                </a:extLst>
              </p:cNvPr>
              <p:cNvGrpSpPr/>
              <p:nvPr/>
            </p:nvGrpSpPr>
            <p:grpSpPr>
              <a:xfrm>
                <a:off x="3898765" y="18386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F3FCC342-159A-CE65-C014-839BFED1C60B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62" name="Rectangle 61">
                    <a:extLst>
                      <a:ext uri="{FF2B5EF4-FFF2-40B4-BE49-F238E27FC236}">
                        <a16:creationId xmlns:a16="http://schemas.microsoft.com/office/drawing/2014/main" id="{A5BCA732-2756-0E5B-8906-B16BAB39E0C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0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63" name="Rectangle 62">
                    <a:extLst>
                      <a:ext uri="{FF2B5EF4-FFF2-40B4-BE49-F238E27FC236}">
                        <a16:creationId xmlns:a16="http://schemas.microsoft.com/office/drawing/2014/main" id="{D82DA4DC-3F55-E64F-C52B-835332B5915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9E1C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1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CE9A0DBE-B432-D4FE-D086-A32ACDB58802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60" name="Rectangle 59">
                    <a:extLst>
                      <a:ext uri="{FF2B5EF4-FFF2-40B4-BE49-F238E27FC236}">
                        <a16:creationId xmlns:a16="http://schemas.microsoft.com/office/drawing/2014/main" id="{B5D4B7FF-FF94-92C5-FE23-BE8FA889685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F5DEC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2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61" name="Rectangle 60">
                    <a:extLst>
                      <a:ext uri="{FF2B5EF4-FFF2-40B4-BE49-F238E27FC236}">
                        <a16:creationId xmlns:a16="http://schemas.microsoft.com/office/drawing/2014/main" id="{7E01C284-1CFA-4333-235A-53BA76E27B8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2D7C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3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EF0844AB-A258-8094-1754-CCDFDD312351}"/>
                  </a:ext>
                </a:extLst>
              </p:cNvPr>
              <p:cNvGrpSpPr/>
              <p:nvPr/>
            </p:nvGrpSpPr>
            <p:grpSpPr>
              <a:xfrm>
                <a:off x="3898765" y="26387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F8689E37-3C4F-0A06-2950-5E32349F2198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56" name="Rectangle 55">
                    <a:extLst>
                      <a:ext uri="{FF2B5EF4-FFF2-40B4-BE49-F238E27FC236}">
                        <a16:creationId xmlns:a16="http://schemas.microsoft.com/office/drawing/2014/main" id="{A6567913-2726-14AA-ED52-ECA6D6C70ED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FD5B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4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57" name="Rectangle 56">
                    <a:extLst>
                      <a:ext uri="{FF2B5EF4-FFF2-40B4-BE49-F238E27FC236}">
                        <a16:creationId xmlns:a16="http://schemas.microsoft.com/office/drawing/2014/main" id="{4FA0E118-093A-D217-4D5D-B3F5BBA4E22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CCB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5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53" name="Group 52">
                  <a:extLst>
                    <a:ext uri="{FF2B5EF4-FFF2-40B4-BE49-F238E27FC236}">
                      <a16:creationId xmlns:a16="http://schemas.microsoft.com/office/drawing/2014/main" id="{FAD128A9-EDAA-47E1-82E5-36ABE1BF41EA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54" name="Rectangle 53">
                    <a:extLst>
                      <a:ext uri="{FF2B5EF4-FFF2-40B4-BE49-F238E27FC236}">
                        <a16:creationId xmlns:a16="http://schemas.microsoft.com/office/drawing/2014/main" id="{C6F7F8DD-3A91-58FF-5A99-B3949E45777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8C9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6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55" name="Rectangle 54">
                    <a:extLst>
                      <a:ext uri="{FF2B5EF4-FFF2-40B4-BE49-F238E27FC236}">
                        <a16:creationId xmlns:a16="http://schemas.microsoft.com/office/drawing/2014/main" id="{D77F5B41-DC57-B31A-B267-26E42B0EB6F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5C6A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7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</p:grp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21C6C874-A217-CD3E-6D92-2F9205800CE5}"/>
                </a:ext>
              </a:extLst>
            </p:cNvPr>
            <p:cNvSpPr txBox="1"/>
            <p:nvPr/>
          </p:nvSpPr>
          <p:spPr>
            <a:xfrm rot="16200000">
              <a:off x="3418803" y="2289109"/>
              <a:ext cx="6808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0" dirty="0">
                  <a:solidFill>
                    <a:schemeClr val="tx2"/>
                  </a:solidFill>
                </a:rPr>
                <a:t>Node 1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9BC29B0C-927F-90BA-2D69-8A454BAD5408}"/>
                </a:ext>
              </a:extLst>
            </p:cNvPr>
            <p:cNvSpPr txBox="1"/>
            <p:nvPr/>
          </p:nvSpPr>
          <p:spPr>
            <a:xfrm rot="16200000">
              <a:off x="3416139" y="3453143"/>
              <a:ext cx="6808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0">
                  <a:solidFill>
                    <a:schemeClr val="tx2"/>
                  </a:solidFill>
                </a:rPr>
                <a:t>Node 2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6F1F2F63-8CC3-5723-A763-39DB7722CC20}"/>
                </a:ext>
              </a:extLst>
            </p:cNvPr>
            <p:cNvSpPr txBox="1"/>
            <p:nvPr/>
          </p:nvSpPr>
          <p:spPr>
            <a:xfrm rot="16200000">
              <a:off x="3416138" y="4634617"/>
              <a:ext cx="6808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0" dirty="0">
                  <a:solidFill>
                    <a:schemeClr val="tx2"/>
                  </a:solidFill>
                </a:rPr>
                <a:t>Node 3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D1333466-AC6B-01E6-E173-BF6ECCEF4F6A}"/>
                </a:ext>
              </a:extLst>
            </p:cNvPr>
            <p:cNvGrpSpPr/>
            <p:nvPr/>
          </p:nvGrpSpPr>
          <p:grpSpPr>
            <a:xfrm>
              <a:off x="3895086" y="5367455"/>
              <a:ext cx="4649540" cy="1174087"/>
              <a:chOff x="3898765" y="1838665"/>
              <a:chExt cx="4357085" cy="1600438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33F5B8A0-F659-829E-6D7C-99AD474629FE}"/>
                  </a:ext>
                </a:extLst>
              </p:cNvPr>
              <p:cNvGrpSpPr/>
              <p:nvPr/>
            </p:nvGrpSpPr>
            <p:grpSpPr>
              <a:xfrm>
                <a:off x="3898765" y="18386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31" name="Group 30">
                  <a:extLst>
                    <a:ext uri="{FF2B5EF4-FFF2-40B4-BE49-F238E27FC236}">
                      <a16:creationId xmlns:a16="http://schemas.microsoft.com/office/drawing/2014/main" id="{836936C1-9552-7D06-2E44-A207ED122BB9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76" name="Rectangle 75">
                    <a:extLst>
                      <a:ext uri="{FF2B5EF4-FFF2-40B4-BE49-F238E27FC236}">
                        <a16:creationId xmlns:a16="http://schemas.microsoft.com/office/drawing/2014/main" id="{6C14D130-CEBD-E42C-3515-B23C0A2B12A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0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77" name="Rectangle 76">
                    <a:extLst>
                      <a:ext uri="{FF2B5EF4-FFF2-40B4-BE49-F238E27FC236}">
                        <a16:creationId xmlns:a16="http://schemas.microsoft.com/office/drawing/2014/main" id="{9423FEAF-6634-F756-84E3-5E492FD7D13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9E1C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1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32" name="Group 31">
                  <a:extLst>
                    <a:ext uri="{FF2B5EF4-FFF2-40B4-BE49-F238E27FC236}">
                      <a16:creationId xmlns:a16="http://schemas.microsoft.com/office/drawing/2014/main" id="{66A4002D-3CD8-85FE-AF4A-A8716623F6E4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33" name="Rectangle 32">
                    <a:extLst>
                      <a:ext uri="{FF2B5EF4-FFF2-40B4-BE49-F238E27FC236}">
                        <a16:creationId xmlns:a16="http://schemas.microsoft.com/office/drawing/2014/main" id="{3F09DD0B-7600-7600-5B76-74DA3005251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F5DEC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2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75" name="Rectangle 74">
                    <a:extLst>
                      <a:ext uri="{FF2B5EF4-FFF2-40B4-BE49-F238E27FC236}">
                        <a16:creationId xmlns:a16="http://schemas.microsoft.com/office/drawing/2014/main" id="{0AA83557-D48F-D69E-76EE-50FB0AB6142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2D7C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3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BCBF43ED-9D08-43CE-2AE6-60ECD329AA2E}"/>
                  </a:ext>
                </a:extLst>
              </p:cNvPr>
              <p:cNvGrpSpPr/>
              <p:nvPr/>
            </p:nvGrpSpPr>
            <p:grpSpPr>
              <a:xfrm>
                <a:off x="3898765" y="26387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66F889CF-816D-3A35-9121-BC55E035FF30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29" name="Rectangle 28">
                    <a:extLst>
                      <a:ext uri="{FF2B5EF4-FFF2-40B4-BE49-F238E27FC236}">
                        <a16:creationId xmlns:a16="http://schemas.microsoft.com/office/drawing/2014/main" id="{123D138E-DBF9-E052-24AD-5F979F3A1F9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FD5B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4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30" name="Rectangle 29">
                    <a:extLst>
                      <a:ext uri="{FF2B5EF4-FFF2-40B4-BE49-F238E27FC236}">
                        <a16:creationId xmlns:a16="http://schemas.microsoft.com/office/drawing/2014/main" id="{5A9D3022-5129-BB10-9EFE-A71DA5DB457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CCB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5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4CD63ED8-77A2-9550-9779-AB29179B7FEF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27" name="Rectangle 26">
                    <a:extLst>
                      <a:ext uri="{FF2B5EF4-FFF2-40B4-BE49-F238E27FC236}">
                        <a16:creationId xmlns:a16="http://schemas.microsoft.com/office/drawing/2014/main" id="{F68F8548-04A8-2B4B-BDAD-45B834C89EA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8C9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6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28" name="Rectangle 27">
                    <a:extLst>
                      <a:ext uri="{FF2B5EF4-FFF2-40B4-BE49-F238E27FC236}">
                        <a16:creationId xmlns:a16="http://schemas.microsoft.com/office/drawing/2014/main" id="{F615A421-2690-FBBF-9586-421C0AB85BB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5C6A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7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087E353-CF71-4750-4B5E-41E89EE03916}"/>
                </a:ext>
              </a:extLst>
            </p:cNvPr>
            <p:cNvSpPr txBox="1"/>
            <p:nvPr/>
          </p:nvSpPr>
          <p:spPr>
            <a:xfrm rot="16200000">
              <a:off x="3417391" y="5821483"/>
              <a:ext cx="67839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0" dirty="0">
                  <a:solidFill>
                    <a:schemeClr val="tx2"/>
                  </a:solidFill>
                </a:rPr>
                <a:t>Node 4</a:t>
              </a:r>
            </a:p>
          </p:txBody>
        </p:sp>
      </p:grpSp>
      <p:sp>
        <p:nvSpPr>
          <p:cNvPr id="67" name="Right Arrow 66">
            <a:extLst>
              <a:ext uri="{FF2B5EF4-FFF2-40B4-BE49-F238E27FC236}">
                <a16:creationId xmlns:a16="http://schemas.microsoft.com/office/drawing/2014/main" id="{7B8C90EB-3A05-D71F-C11F-BB4785074BFC}"/>
              </a:ext>
            </a:extLst>
          </p:cNvPr>
          <p:cNvSpPr/>
          <p:nvPr/>
        </p:nvSpPr>
        <p:spPr bwMode="auto">
          <a:xfrm>
            <a:off x="4528239" y="662955"/>
            <a:ext cx="2104446" cy="317521"/>
          </a:xfrm>
          <a:prstGeom prst="rightArrow">
            <a:avLst/>
          </a:prstGeom>
          <a:solidFill>
            <a:schemeClr val="accent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rPr>
              <a:t>Time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FEBF61E2-1E20-489A-9C99-A1F454FC7BA5}"/>
              </a:ext>
            </a:extLst>
          </p:cNvPr>
          <p:cNvSpPr/>
          <p:nvPr/>
        </p:nvSpPr>
        <p:spPr bwMode="auto">
          <a:xfrm>
            <a:off x="3869105" y="1066971"/>
            <a:ext cx="1440000" cy="159150"/>
          </a:xfrm>
          <a:prstGeom prst="rect">
            <a:avLst/>
          </a:prstGeom>
          <a:solidFill>
            <a:srgbClr val="800000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>
                <a:solidFill>
                  <a:srgbClr val="FFFFFF"/>
                </a:solidFill>
              </a:rPr>
              <a:t>Job 1</a:t>
            </a:r>
            <a:endParaRPr kumimoji="0" lang="en-US" sz="9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7DBB3C3-BF98-C289-A61A-15F3F7E5AF95}"/>
              </a:ext>
            </a:extLst>
          </p:cNvPr>
          <p:cNvSpPr/>
          <p:nvPr/>
        </p:nvSpPr>
        <p:spPr bwMode="auto">
          <a:xfrm>
            <a:off x="4011538" y="3410927"/>
            <a:ext cx="720000" cy="1192423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rgbClr val="FFFFFF"/>
                </a:solidFill>
              </a:rPr>
              <a:t>Job 2</a:t>
            </a:r>
            <a:endParaRPr kumimoji="0" lang="en-US" sz="9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8CB55B06-AE7C-CE33-E99E-5EB94FC15DB1}"/>
              </a:ext>
            </a:extLst>
          </p:cNvPr>
          <p:cNvSpPr/>
          <p:nvPr/>
        </p:nvSpPr>
        <p:spPr bwMode="auto">
          <a:xfrm>
            <a:off x="4123494" y="2244682"/>
            <a:ext cx="1440000" cy="116835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rgbClr val="FFFFFF"/>
                </a:solidFill>
              </a:rPr>
              <a:t>Job 3</a:t>
            </a:r>
            <a:endParaRPr kumimoji="0" lang="en-US" sz="9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452FBFCC-6CDA-9064-30BE-1ADC82078A1D}"/>
              </a:ext>
            </a:extLst>
          </p:cNvPr>
          <p:cNvSpPr/>
          <p:nvPr/>
        </p:nvSpPr>
        <p:spPr bwMode="auto">
          <a:xfrm>
            <a:off x="5565683" y="2242481"/>
            <a:ext cx="529200" cy="3541354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rgbClr val="FFFFFF"/>
                </a:solidFill>
              </a:rPr>
              <a:t>Job 4</a:t>
            </a:r>
            <a:endParaRPr kumimoji="0" lang="en-US" sz="9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7606BAC1-F6C2-C049-428B-2CB472E7BA02}"/>
              </a:ext>
            </a:extLst>
          </p:cNvPr>
          <p:cNvSpPr/>
          <p:nvPr/>
        </p:nvSpPr>
        <p:spPr bwMode="auto">
          <a:xfrm>
            <a:off x="5309105" y="1068498"/>
            <a:ext cx="2140728" cy="1178174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>
                <a:solidFill>
                  <a:srgbClr val="FFFFFF"/>
                </a:solidFill>
              </a:rPr>
              <a:t>Job 5</a:t>
            </a:r>
            <a:endParaRPr kumimoji="0" lang="en-US" sz="9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F3D16B15-1D5A-EE00-44BB-FC40B9074887}"/>
              </a:ext>
            </a:extLst>
          </p:cNvPr>
          <p:cNvSpPr/>
          <p:nvPr/>
        </p:nvSpPr>
        <p:spPr bwMode="auto">
          <a:xfrm>
            <a:off x="4121280" y="4617243"/>
            <a:ext cx="1440000" cy="116835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rgbClr val="FFFFFF"/>
                </a:solidFill>
              </a:rPr>
              <a:t>Job 3</a:t>
            </a:r>
            <a:endParaRPr kumimoji="0" lang="en-US" sz="9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0485803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DDF04-0AFD-BA9A-B19A-FE4F78459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2EA77-CD6C-EF17-7FD4-08563D650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769" y="461176"/>
            <a:ext cx="2949336" cy="6229688"/>
          </a:xfrm>
        </p:spPr>
        <p:txBody>
          <a:bodyPr/>
          <a:lstStyle/>
          <a:p>
            <a:r>
              <a:rPr lang="en-US" sz="1400" dirty="0"/>
              <a:t>Job 1: 1 core, 8 h</a:t>
            </a:r>
          </a:p>
          <a:p>
            <a:r>
              <a:rPr lang="en-US" sz="1400" dirty="0"/>
              <a:t>Job 2: 1 node, 8 cores, 4 h</a:t>
            </a:r>
          </a:p>
          <a:p>
            <a:r>
              <a:rPr lang="en-US" sz="1400" dirty="0"/>
              <a:t>Job 3: 2 nodes, 16 cores, 8 h</a:t>
            </a:r>
          </a:p>
          <a:p>
            <a:r>
              <a:rPr lang="en-US" sz="1400" dirty="0"/>
              <a:t>Job 4: 3 nodes, 24 cores, 3 h</a:t>
            </a:r>
          </a:p>
          <a:p>
            <a:pPr lvl="1"/>
            <a:r>
              <a:rPr lang="en-US" sz="1400" dirty="0"/>
              <a:t>wait for job 3</a:t>
            </a:r>
          </a:p>
          <a:p>
            <a:r>
              <a:rPr lang="en-US" sz="1400" dirty="0"/>
              <a:t>Job 5: 1 node, 8 cores, 12 h</a:t>
            </a:r>
          </a:p>
          <a:p>
            <a:pPr lvl="1"/>
            <a:r>
              <a:rPr lang="en-US" sz="1400" dirty="0"/>
              <a:t>not enough time before job 4</a:t>
            </a:r>
          </a:p>
          <a:p>
            <a:pPr lvl="1"/>
            <a:r>
              <a:rPr lang="en-US" sz="1400" dirty="0"/>
              <a:t>Schedule after job 1</a:t>
            </a:r>
          </a:p>
          <a:p>
            <a:r>
              <a:rPr lang="en-US" sz="1400" dirty="0"/>
              <a:t>Job 6: 2 node, 16 cores, 4 h</a:t>
            </a:r>
          </a:p>
          <a:p>
            <a:pPr lvl="1"/>
            <a:r>
              <a:rPr lang="en-US" sz="1400" dirty="0"/>
              <a:t>high priority</a:t>
            </a:r>
          </a:p>
          <a:p>
            <a:pPr lvl="1"/>
            <a:r>
              <a:rPr lang="en-US" sz="1400" dirty="0"/>
              <a:t>reschedule jobs 4 &amp; 5</a:t>
            </a:r>
          </a:p>
          <a:p>
            <a:pPr lvl="1"/>
            <a:r>
              <a:rPr lang="en-US" sz="1400" dirty="0"/>
              <a:t>run after 1, before 4 &amp; 5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E468559B-DF25-C149-EB83-5A469031E771}"/>
              </a:ext>
            </a:extLst>
          </p:cNvPr>
          <p:cNvGrpSpPr/>
          <p:nvPr/>
        </p:nvGrpSpPr>
        <p:grpSpPr>
          <a:xfrm>
            <a:off x="3592105" y="1068831"/>
            <a:ext cx="4930398" cy="4702876"/>
            <a:chOff x="3618086" y="1838666"/>
            <a:chExt cx="4930398" cy="4702876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1B82AA90-19E0-84A9-B365-8DF9D49C9D54}"/>
                </a:ext>
              </a:extLst>
            </p:cNvPr>
            <p:cNvGrpSpPr/>
            <p:nvPr/>
          </p:nvGrpSpPr>
          <p:grpSpPr>
            <a:xfrm>
              <a:off x="3898944" y="1838666"/>
              <a:ext cx="4649540" cy="1174087"/>
              <a:chOff x="3898765" y="1838665"/>
              <a:chExt cx="4357085" cy="1600438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C3508BEE-A313-63E1-E7C8-809B2D8F15E5}"/>
                  </a:ext>
                </a:extLst>
              </p:cNvPr>
              <p:cNvGrpSpPr/>
              <p:nvPr/>
            </p:nvGrpSpPr>
            <p:grpSpPr>
              <a:xfrm>
                <a:off x="3898765" y="18386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6" name="Group 5">
                  <a:extLst>
                    <a:ext uri="{FF2B5EF4-FFF2-40B4-BE49-F238E27FC236}">
                      <a16:creationId xmlns:a16="http://schemas.microsoft.com/office/drawing/2014/main" id="{A822A089-7661-56EE-C7F3-9C14F9A6DC7D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4" name="Rectangle 3">
                    <a:extLst>
                      <a:ext uri="{FF2B5EF4-FFF2-40B4-BE49-F238E27FC236}">
                        <a16:creationId xmlns:a16="http://schemas.microsoft.com/office/drawing/2014/main" id="{98AA5FCA-CF9C-A1CB-8528-6FA7CA69702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0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5" name="Rectangle 4">
                    <a:extLst>
                      <a:ext uri="{FF2B5EF4-FFF2-40B4-BE49-F238E27FC236}">
                        <a16:creationId xmlns:a16="http://schemas.microsoft.com/office/drawing/2014/main" id="{38FBE0CC-E451-EABE-CCA6-20B5616584C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9E1C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1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7" name="Group 6">
                  <a:extLst>
                    <a:ext uri="{FF2B5EF4-FFF2-40B4-BE49-F238E27FC236}">
                      <a16:creationId xmlns:a16="http://schemas.microsoft.com/office/drawing/2014/main" id="{C1AC5195-8745-4D5E-0853-8E53F6F067D3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8" name="Rectangle 7">
                    <a:extLst>
                      <a:ext uri="{FF2B5EF4-FFF2-40B4-BE49-F238E27FC236}">
                        <a16:creationId xmlns:a16="http://schemas.microsoft.com/office/drawing/2014/main" id="{A47AEE4A-B884-B5A9-B46A-8315E720E56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F5DEC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2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9" name="Rectangle 8">
                    <a:extLst>
                      <a:ext uri="{FF2B5EF4-FFF2-40B4-BE49-F238E27FC236}">
                        <a16:creationId xmlns:a16="http://schemas.microsoft.com/office/drawing/2014/main" id="{593EE407-B1CE-4D99-8E9D-7AFD1E687CE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2D7C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3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9E2819D1-A76E-02BE-EE9E-59E7F5754C25}"/>
                  </a:ext>
                </a:extLst>
              </p:cNvPr>
              <p:cNvGrpSpPr/>
              <p:nvPr/>
            </p:nvGrpSpPr>
            <p:grpSpPr>
              <a:xfrm>
                <a:off x="3898765" y="26387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12" name="Group 11">
                  <a:extLst>
                    <a:ext uri="{FF2B5EF4-FFF2-40B4-BE49-F238E27FC236}">
                      <a16:creationId xmlns:a16="http://schemas.microsoft.com/office/drawing/2014/main" id="{8DBAB966-378D-A74E-E383-81C2CA450791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16" name="Rectangle 15">
                    <a:extLst>
                      <a:ext uri="{FF2B5EF4-FFF2-40B4-BE49-F238E27FC236}">
                        <a16:creationId xmlns:a16="http://schemas.microsoft.com/office/drawing/2014/main" id="{22BBDBAE-0D7D-BF61-7B11-499C8E99E6B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FD5B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4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8A8AB1F3-EEF6-5FE3-704B-D8CFCC9E437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CCB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5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D2D95E68-8705-29B3-4183-073F444F8877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FF553E6F-62EE-AF31-8E77-217ACF1D41A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8C9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6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BBBA4B9F-AD57-FC57-0597-4AF6B16470A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5C6A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7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90963953-7C86-1591-5FCE-40FF5CA3B838}"/>
                </a:ext>
              </a:extLst>
            </p:cNvPr>
            <p:cNvGrpSpPr/>
            <p:nvPr/>
          </p:nvGrpSpPr>
          <p:grpSpPr>
            <a:xfrm>
              <a:off x="3896101" y="3010085"/>
              <a:ext cx="4649540" cy="1174087"/>
              <a:chOff x="3898765" y="1838665"/>
              <a:chExt cx="4357085" cy="1600438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0D7EDC1A-2D23-A1A5-77E3-1B2D53AA307A}"/>
                  </a:ext>
                </a:extLst>
              </p:cNvPr>
              <p:cNvGrpSpPr/>
              <p:nvPr/>
            </p:nvGrpSpPr>
            <p:grpSpPr>
              <a:xfrm>
                <a:off x="3898765" y="18386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1681C024-C422-A405-CD53-86D41D36ACC2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47" name="Rectangle 46">
                    <a:extLst>
                      <a:ext uri="{FF2B5EF4-FFF2-40B4-BE49-F238E27FC236}">
                        <a16:creationId xmlns:a16="http://schemas.microsoft.com/office/drawing/2014/main" id="{CFA9D13F-0F56-6D9F-CCCB-A115E3E1200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0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48" name="Rectangle 47">
                    <a:extLst>
                      <a:ext uri="{FF2B5EF4-FFF2-40B4-BE49-F238E27FC236}">
                        <a16:creationId xmlns:a16="http://schemas.microsoft.com/office/drawing/2014/main" id="{5C79D54D-538E-F8DF-5C15-00F81386A3C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9E1C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1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E850594E-F3EE-57C3-AC42-6CFBDAC3DFAD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45" name="Rectangle 44">
                    <a:extLst>
                      <a:ext uri="{FF2B5EF4-FFF2-40B4-BE49-F238E27FC236}">
                        <a16:creationId xmlns:a16="http://schemas.microsoft.com/office/drawing/2014/main" id="{067B24BD-3408-F8EE-B090-D3B7B9F1691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F5DEC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2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5D4DCEE8-1CB7-E016-8159-CAD1CD7A69E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2D7C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3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4BCA8660-EAAA-5439-4856-571028D7FA03}"/>
                  </a:ext>
                </a:extLst>
              </p:cNvPr>
              <p:cNvGrpSpPr/>
              <p:nvPr/>
            </p:nvGrpSpPr>
            <p:grpSpPr>
              <a:xfrm>
                <a:off x="3898765" y="26387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37" name="Group 36">
                  <a:extLst>
                    <a:ext uri="{FF2B5EF4-FFF2-40B4-BE49-F238E27FC236}">
                      <a16:creationId xmlns:a16="http://schemas.microsoft.com/office/drawing/2014/main" id="{BFEE5504-141E-B0F4-3B99-8074A1D488B7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41" name="Rectangle 40">
                    <a:extLst>
                      <a:ext uri="{FF2B5EF4-FFF2-40B4-BE49-F238E27FC236}">
                        <a16:creationId xmlns:a16="http://schemas.microsoft.com/office/drawing/2014/main" id="{B3E0442F-7511-E0CB-5AE5-D9D9B3F43E2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FD5B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4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42" name="Rectangle 41">
                    <a:extLst>
                      <a:ext uri="{FF2B5EF4-FFF2-40B4-BE49-F238E27FC236}">
                        <a16:creationId xmlns:a16="http://schemas.microsoft.com/office/drawing/2014/main" id="{24411B0C-0550-D251-26BD-C0E5823888D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CCB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5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38" name="Group 37">
                  <a:extLst>
                    <a:ext uri="{FF2B5EF4-FFF2-40B4-BE49-F238E27FC236}">
                      <a16:creationId xmlns:a16="http://schemas.microsoft.com/office/drawing/2014/main" id="{3564F2A5-AD7C-8C6B-0C04-21715014E773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39" name="Rectangle 38">
                    <a:extLst>
                      <a:ext uri="{FF2B5EF4-FFF2-40B4-BE49-F238E27FC236}">
                        <a16:creationId xmlns:a16="http://schemas.microsoft.com/office/drawing/2014/main" id="{8043E138-1D94-D003-ED7A-8342A42F689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8C9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6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40" name="Rectangle 39">
                    <a:extLst>
                      <a:ext uri="{FF2B5EF4-FFF2-40B4-BE49-F238E27FC236}">
                        <a16:creationId xmlns:a16="http://schemas.microsoft.com/office/drawing/2014/main" id="{28DBD982-B49E-1C17-2BCA-EE4278DB94C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5C6A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7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14D41D1A-C6F0-00BF-8647-19BADABC4C5C}"/>
                </a:ext>
              </a:extLst>
            </p:cNvPr>
            <p:cNvGrpSpPr/>
            <p:nvPr/>
          </p:nvGrpSpPr>
          <p:grpSpPr>
            <a:xfrm>
              <a:off x="3896100" y="4191558"/>
              <a:ext cx="4649540" cy="1174087"/>
              <a:chOff x="3898765" y="1838665"/>
              <a:chExt cx="4357085" cy="1600438"/>
            </a:xfrm>
          </p:grpSpPr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40DA0C0A-FC7B-C303-1F5A-3F6F25E14C82}"/>
                  </a:ext>
                </a:extLst>
              </p:cNvPr>
              <p:cNvGrpSpPr/>
              <p:nvPr/>
            </p:nvGrpSpPr>
            <p:grpSpPr>
              <a:xfrm>
                <a:off x="3898765" y="18386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0D780D1E-AC2B-2596-5776-CE337219E8E2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62" name="Rectangle 61">
                    <a:extLst>
                      <a:ext uri="{FF2B5EF4-FFF2-40B4-BE49-F238E27FC236}">
                        <a16:creationId xmlns:a16="http://schemas.microsoft.com/office/drawing/2014/main" id="{6E5AAA6F-B705-B8EB-300D-42DE590CF28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0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63" name="Rectangle 62">
                    <a:extLst>
                      <a:ext uri="{FF2B5EF4-FFF2-40B4-BE49-F238E27FC236}">
                        <a16:creationId xmlns:a16="http://schemas.microsoft.com/office/drawing/2014/main" id="{FF22A524-0BD5-D5F1-A5F5-E65812BD772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9E1C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1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2EB0071B-933B-5600-3987-DF0A45A779E7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60" name="Rectangle 59">
                    <a:extLst>
                      <a:ext uri="{FF2B5EF4-FFF2-40B4-BE49-F238E27FC236}">
                        <a16:creationId xmlns:a16="http://schemas.microsoft.com/office/drawing/2014/main" id="{2013E22B-D01B-1421-DD3B-15C51B50CE3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F5DEC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2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61" name="Rectangle 60">
                    <a:extLst>
                      <a:ext uri="{FF2B5EF4-FFF2-40B4-BE49-F238E27FC236}">
                        <a16:creationId xmlns:a16="http://schemas.microsoft.com/office/drawing/2014/main" id="{BAAB608D-3012-88C4-3A4E-54374E6E65E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2D7C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3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F218F831-03ED-E7E9-6A6F-C6A4287566D6}"/>
                  </a:ext>
                </a:extLst>
              </p:cNvPr>
              <p:cNvGrpSpPr/>
              <p:nvPr/>
            </p:nvGrpSpPr>
            <p:grpSpPr>
              <a:xfrm>
                <a:off x="3898765" y="26387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448881C3-93AA-C51E-654E-05ED553D4B2E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56" name="Rectangle 55">
                    <a:extLst>
                      <a:ext uri="{FF2B5EF4-FFF2-40B4-BE49-F238E27FC236}">
                        <a16:creationId xmlns:a16="http://schemas.microsoft.com/office/drawing/2014/main" id="{2CCDCE19-3BCC-3561-2BD0-18A56CF0447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FD5B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4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57" name="Rectangle 56">
                    <a:extLst>
                      <a:ext uri="{FF2B5EF4-FFF2-40B4-BE49-F238E27FC236}">
                        <a16:creationId xmlns:a16="http://schemas.microsoft.com/office/drawing/2014/main" id="{DCDBDD3C-E72A-BB0E-C129-994508BA4BE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CCB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5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53" name="Group 52">
                  <a:extLst>
                    <a:ext uri="{FF2B5EF4-FFF2-40B4-BE49-F238E27FC236}">
                      <a16:creationId xmlns:a16="http://schemas.microsoft.com/office/drawing/2014/main" id="{EB70206D-2CC1-2075-32E0-A0D988862FB6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54" name="Rectangle 53">
                    <a:extLst>
                      <a:ext uri="{FF2B5EF4-FFF2-40B4-BE49-F238E27FC236}">
                        <a16:creationId xmlns:a16="http://schemas.microsoft.com/office/drawing/2014/main" id="{D8BA50F7-EE97-0F54-76DC-BA7EC027368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8C9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6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55" name="Rectangle 54">
                    <a:extLst>
                      <a:ext uri="{FF2B5EF4-FFF2-40B4-BE49-F238E27FC236}">
                        <a16:creationId xmlns:a16="http://schemas.microsoft.com/office/drawing/2014/main" id="{05EC34AC-E7DF-C039-09CE-5DFADEC1988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5C6A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7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</p:grp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D0EB26BB-6809-4F82-AF88-236374D9983F}"/>
                </a:ext>
              </a:extLst>
            </p:cNvPr>
            <p:cNvSpPr txBox="1"/>
            <p:nvPr/>
          </p:nvSpPr>
          <p:spPr>
            <a:xfrm rot="16200000">
              <a:off x="3418803" y="2289109"/>
              <a:ext cx="6808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0" dirty="0">
                  <a:solidFill>
                    <a:schemeClr val="tx2"/>
                  </a:solidFill>
                </a:rPr>
                <a:t>Node 1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92A484FF-79D5-E462-72CD-D20E5627B41F}"/>
                </a:ext>
              </a:extLst>
            </p:cNvPr>
            <p:cNvSpPr txBox="1"/>
            <p:nvPr/>
          </p:nvSpPr>
          <p:spPr>
            <a:xfrm rot="16200000">
              <a:off x="3416139" y="3453143"/>
              <a:ext cx="6808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0">
                  <a:solidFill>
                    <a:schemeClr val="tx2"/>
                  </a:solidFill>
                </a:rPr>
                <a:t>Node 2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E6CE1A3D-9B17-5FDD-7592-11FF01D950E3}"/>
                </a:ext>
              </a:extLst>
            </p:cNvPr>
            <p:cNvSpPr txBox="1"/>
            <p:nvPr/>
          </p:nvSpPr>
          <p:spPr>
            <a:xfrm rot="16200000">
              <a:off x="3416138" y="4634617"/>
              <a:ext cx="6808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0" dirty="0">
                  <a:solidFill>
                    <a:schemeClr val="tx2"/>
                  </a:solidFill>
                </a:rPr>
                <a:t>Node 3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AA0B4F67-9B32-674E-24B9-382264F6C7AA}"/>
                </a:ext>
              </a:extLst>
            </p:cNvPr>
            <p:cNvGrpSpPr/>
            <p:nvPr/>
          </p:nvGrpSpPr>
          <p:grpSpPr>
            <a:xfrm>
              <a:off x="3895086" y="5367455"/>
              <a:ext cx="4649540" cy="1174087"/>
              <a:chOff x="3898765" y="1838665"/>
              <a:chExt cx="4357085" cy="1600438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11D86E86-1FB1-C03B-DE18-77C6FB70DB8B}"/>
                  </a:ext>
                </a:extLst>
              </p:cNvPr>
              <p:cNvGrpSpPr/>
              <p:nvPr/>
            </p:nvGrpSpPr>
            <p:grpSpPr>
              <a:xfrm>
                <a:off x="3898765" y="18386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31" name="Group 30">
                  <a:extLst>
                    <a:ext uri="{FF2B5EF4-FFF2-40B4-BE49-F238E27FC236}">
                      <a16:creationId xmlns:a16="http://schemas.microsoft.com/office/drawing/2014/main" id="{9CCEB74C-3834-39A4-1161-487FC88636BB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76" name="Rectangle 75">
                    <a:extLst>
                      <a:ext uri="{FF2B5EF4-FFF2-40B4-BE49-F238E27FC236}">
                        <a16:creationId xmlns:a16="http://schemas.microsoft.com/office/drawing/2014/main" id="{40E36AFD-7F69-A065-0643-6D0401D6194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0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77" name="Rectangle 76">
                    <a:extLst>
                      <a:ext uri="{FF2B5EF4-FFF2-40B4-BE49-F238E27FC236}">
                        <a16:creationId xmlns:a16="http://schemas.microsoft.com/office/drawing/2014/main" id="{412AA761-8776-EC9E-A0D1-6B207FD654B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9E1C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1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32" name="Group 31">
                  <a:extLst>
                    <a:ext uri="{FF2B5EF4-FFF2-40B4-BE49-F238E27FC236}">
                      <a16:creationId xmlns:a16="http://schemas.microsoft.com/office/drawing/2014/main" id="{25AD4332-5462-4A8E-583B-6090028F3653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33" name="Rectangle 32">
                    <a:extLst>
                      <a:ext uri="{FF2B5EF4-FFF2-40B4-BE49-F238E27FC236}">
                        <a16:creationId xmlns:a16="http://schemas.microsoft.com/office/drawing/2014/main" id="{8B3CD4BE-36F3-C168-2451-B2BF5A3500C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F5DEC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2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75" name="Rectangle 74">
                    <a:extLst>
                      <a:ext uri="{FF2B5EF4-FFF2-40B4-BE49-F238E27FC236}">
                        <a16:creationId xmlns:a16="http://schemas.microsoft.com/office/drawing/2014/main" id="{0B75A2A7-A761-46C1-CB41-4BD14626F1D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2D7C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3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8919D97E-2AA4-4193-1350-B92951B78725}"/>
                  </a:ext>
                </a:extLst>
              </p:cNvPr>
              <p:cNvGrpSpPr/>
              <p:nvPr/>
            </p:nvGrpSpPr>
            <p:grpSpPr>
              <a:xfrm>
                <a:off x="3898765" y="26387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00BCFFED-2FFF-D78C-134B-62E4890DC26C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29" name="Rectangle 28">
                    <a:extLst>
                      <a:ext uri="{FF2B5EF4-FFF2-40B4-BE49-F238E27FC236}">
                        <a16:creationId xmlns:a16="http://schemas.microsoft.com/office/drawing/2014/main" id="{9AAF9BB9-A9EC-7CAC-101A-28C5F5FF408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FD5B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4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30" name="Rectangle 29">
                    <a:extLst>
                      <a:ext uri="{FF2B5EF4-FFF2-40B4-BE49-F238E27FC236}">
                        <a16:creationId xmlns:a16="http://schemas.microsoft.com/office/drawing/2014/main" id="{BF971C73-A93D-8800-6DAA-045B63507DC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CCB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5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A28C6EC5-DD92-D071-43DC-7D09A6B8D360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27" name="Rectangle 26">
                    <a:extLst>
                      <a:ext uri="{FF2B5EF4-FFF2-40B4-BE49-F238E27FC236}">
                        <a16:creationId xmlns:a16="http://schemas.microsoft.com/office/drawing/2014/main" id="{231FF369-2F14-90CE-EF7B-4932D4DB131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8C9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6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28" name="Rectangle 27">
                    <a:extLst>
                      <a:ext uri="{FF2B5EF4-FFF2-40B4-BE49-F238E27FC236}">
                        <a16:creationId xmlns:a16="http://schemas.microsoft.com/office/drawing/2014/main" id="{6FD6D6D3-D49A-4DC3-FDC6-E661BAB5887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5C6A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7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0F8F6188-DCBD-402E-3FB4-F60E97878DD6}"/>
                </a:ext>
              </a:extLst>
            </p:cNvPr>
            <p:cNvSpPr txBox="1"/>
            <p:nvPr/>
          </p:nvSpPr>
          <p:spPr>
            <a:xfrm rot="16200000">
              <a:off x="3417391" y="5821483"/>
              <a:ext cx="67839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0" dirty="0">
                  <a:solidFill>
                    <a:schemeClr val="tx2"/>
                  </a:solidFill>
                </a:rPr>
                <a:t>Node 4</a:t>
              </a:r>
            </a:p>
          </p:txBody>
        </p:sp>
      </p:grpSp>
      <p:sp>
        <p:nvSpPr>
          <p:cNvPr id="67" name="Right Arrow 66">
            <a:extLst>
              <a:ext uri="{FF2B5EF4-FFF2-40B4-BE49-F238E27FC236}">
                <a16:creationId xmlns:a16="http://schemas.microsoft.com/office/drawing/2014/main" id="{4FFC6BFF-0E2D-2154-947C-0ED936AD8824}"/>
              </a:ext>
            </a:extLst>
          </p:cNvPr>
          <p:cNvSpPr/>
          <p:nvPr/>
        </p:nvSpPr>
        <p:spPr bwMode="auto">
          <a:xfrm>
            <a:off x="4528239" y="662955"/>
            <a:ext cx="2104446" cy="317521"/>
          </a:xfrm>
          <a:prstGeom prst="rightArrow">
            <a:avLst/>
          </a:prstGeom>
          <a:solidFill>
            <a:schemeClr val="accent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rPr>
              <a:t>Time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63241710-5C68-A80B-BF72-B41F00BECEDE}"/>
              </a:ext>
            </a:extLst>
          </p:cNvPr>
          <p:cNvSpPr/>
          <p:nvPr/>
        </p:nvSpPr>
        <p:spPr bwMode="auto">
          <a:xfrm>
            <a:off x="3869105" y="1066971"/>
            <a:ext cx="1440000" cy="159150"/>
          </a:xfrm>
          <a:prstGeom prst="rect">
            <a:avLst/>
          </a:prstGeom>
          <a:solidFill>
            <a:srgbClr val="800000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>
                <a:solidFill>
                  <a:srgbClr val="FFFFFF"/>
                </a:solidFill>
              </a:rPr>
              <a:t>Job 1</a:t>
            </a:r>
            <a:endParaRPr kumimoji="0" lang="en-US" sz="9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9B7C22FC-F796-B24E-2B44-82ADC0F8F99C}"/>
              </a:ext>
            </a:extLst>
          </p:cNvPr>
          <p:cNvSpPr/>
          <p:nvPr/>
        </p:nvSpPr>
        <p:spPr bwMode="auto">
          <a:xfrm>
            <a:off x="4011538" y="3410927"/>
            <a:ext cx="720000" cy="1192423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rgbClr val="FFFFFF"/>
                </a:solidFill>
              </a:rPr>
              <a:t>Job 2</a:t>
            </a:r>
            <a:endParaRPr kumimoji="0" lang="en-US" sz="9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A057C775-DC8C-8663-A347-7D3D20E4D360}"/>
              </a:ext>
            </a:extLst>
          </p:cNvPr>
          <p:cNvSpPr/>
          <p:nvPr/>
        </p:nvSpPr>
        <p:spPr bwMode="auto">
          <a:xfrm>
            <a:off x="4123494" y="2244682"/>
            <a:ext cx="1440000" cy="116835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rgbClr val="FFFFFF"/>
                </a:solidFill>
              </a:rPr>
              <a:t>Job 3</a:t>
            </a:r>
            <a:endParaRPr kumimoji="0" lang="en-US" sz="9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FE42A52D-3AF9-15FD-53E9-EF055AC1C9F7}"/>
              </a:ext>
            </a:extLst>
          </p:cNvPr>
          <p:cNvSpPr/>
          <p:nvPr/>
        </p:nvSpPr>
        <p:spPr bwMode="auto">
          <a:xfrm>
            <a:off x="6041505" y="3399794"/>
            <a:ext cx="529200" cy="2382561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rgbClr val="FFFFFF"/>
                </a:solidFill>
              </a:rPr>
              <a:t>Job 4</a:t>
            </a:r>
            <a:endParaRPr kumimoji="0" lang="en-US" sz="9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1D594759-D46A-1E1A-7C43-88499F585434}"/>
              </a:ext>
            </a:extLst>
          </p:cNvPr>
          <p:cNvSpPr/>
          <p:nvPr/>
        </p:nvSpPr>
        <p:spPr bwMode="auto">
          <a:xfrm>
            <a:off x="5560040" y="2250158"/>
            <a:ext cx="2140728" cy="1152157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rgbClr val="FFFFFF"/>
                </a:solidFill>
              </a:rPr>
              <a:t>Job 5</a:t>
            </a:r>
            <a:endParaRPr kumimoji="0" lang="en-US" sz="9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AA8F478C-5438-3A37-FFEC-7E025E30E8CB}"/>
              </a:ext>
            </a:extLst>
          </p:cNvPr>
          <p:cNvSpPr/>
          <p:nvPr/>
        </p:nvSpPr>
        <p:spPr bwMode="auto">
          <a:xfrm>
            <a:off x="5309105" y="3409701"/>
            <a:ext cx="720000" cy="118147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rgbClr val="FFFFFF"/>
                </a:solidFill>
              </a:rPr>
              <a:t>Job 6</a:t>
            </a:r>
            <a:endParaRPr kumimoji="0" lang="en-US" sz="9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9CE4E65E-3A5D-0D63-BA69-77D37A21FD2C}"/>
              </a:ext>
            </a:extLst>
          </p:cNvPr>
          <p:cNvSpPr/>
          <p:nvPr/>
        </p:nvSpPr>
        <p:spPr bwMode="auto">
          <a:xfrm>
            <a:off x="4120040" y="4610737"/>
            <a:ext cx="1440000" cy="116835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rgbClr val="FFFFFF"/>
                </a:solidFill>
              </a:rPr>
              <a:t>Job 3</a:t>
            </a:r>
            <a:endParaRPr kumimoji="0" lang="en-US" sz="9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1FCAE6-B40F-FC13-9B8B-1A5F8E3F2E83}"/>
              </a:ext>
            </a:extLst>
          </p:cNvPr>
          <p:cNvSpPr/>
          <p:nvPr/>
        </p:nvSpPr>
        <p:spPr bwMode="auto">
          <a:xfrm>
            <a:off x="5309105" y="1066971"/>
            <a:ext cx="720000" cy="118147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rgbClr val="FFFFFF"/>
                </a:solidFill>
              </a:rPr>
              <a:t>Job 6</a:t>
            </a:r>
            <a:endParaRPr kumimoji="0" lang="en-US" sz="9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D5052D9-00F2-7438-1E2A-FBD07345BCE7}"/>
              </a:ext>
            </a:extLst>
          </p:cNvPr>
          <p:cNvSpPr/>
          <p:nvPr/>
        </p:nvSpPr>
        <p:spPr bwMode="auto">
          <a:xfrm>
            <a:off x="6041505" y="1058183"/>
            <a:ext cx="529200" cy="1190165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rgbClr val="FFFFFF"/>
                </a:solidFill>
              </a:rPr>
              <a:t>Job 4</a:t>
            </a:r>
            <a:endParaRPr kumimoji="0" lang="en-US" sz="9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236716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C3C819-1AEA-C954-8E01-E32B37EDE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B0800-24E3-63D3-BC16-053A6B65AA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769" y="461176"/>
            <a:ext cx="2949336" cy="6229688"/>
          </a:xfrm>
        </p:spPr>
        <p:txBody>
          <a:bodyPr/>
          <a:lstStyle/>
          <a:p>
            <a:r>
              <a:rPr lang="en-US" sz="1400" dirty="0"/>
              <a:t>Job 1: 1 core, 8 h</a:t>
            </a:r>
          </a:p>
          <a:p>
            <a:r>
              <a:rPr lang="en-US" sz="1400" dirty="0"/>
              <a:t>Job 2: 1 node, 8 cores, 4 h</a:t>
            </a:r>
          </a:p>
          <a:p>
            <a:r>
              <a:rPr lang="en-US" sz="1400" dirty="0"/>
              <a:t>Job 3: 2 nodes, 16 cores, 8 h</a:t>
            </a:r>
          </a:p>
          <a:p>
            <a:r>
              <a:rPr lang="en-US" sz="1400" dirty="0"/>
              <a:t>Job 4: 3 nodes, 24 cores, 3 h</a:t>
            </a:r>
          </a:p>
          <a:p>
            <a:pPr lvl="1"/>
            <a:r>
              <a:rPr lang="en-US" sz="1400" dirty="0"/>
              <a:t>wait for job 3</a:t>
            </a:r>
          </a:p>
          <a:p>
            <a:r>
              <a:rPr lang="en-US" sz="1400" dirty="0"/>
              <a:t>Job 5: 1 node, 8 cores, 12 h</a:t>
            </a:r>
          </a:p>
          <a:p>
            <a:pPr lvl="1"/>
            <a:r>
              <a:rPr lang="en-US" sz="1400" dirty="0"/>
              <a:t>not enough time before job 4</a:t>
            </a:r>
          </a:p>
          <a:p>
            <a:pPr lvl="1"/>
            <a:r>
              <a:rPr lang="en-US" sz="1400" dirty="0"/>
              <a:t>Schedule after job 1</a:t>
            </a:r>
          </a:p>
          <a:p>
            <a:r>
              <a:rPr lang="en-US" sz="1400" dirty="0"/>
              <a:t>Job 6: 2 node, 16 cores, 4 h</a:t>
            </a:r>
          </a:p>
          <a:p>
            <a:pPr lvl="1"/>
            <a:r>
              <a:rPr lang="en-US" sz="1400" dirty="0"/>
              <a:t>high priority</a:t>
            </a:r>
          </a:p>
          <a:p>
            <a:pPr lvl="1"/>
            <a:r>
              <a:rPr lang="en-US" sz="1400" dirty="0"/>
              <a:t>reschedule jobs 4 &amp; 5</a:t>
            </a:r>
          </a:p>
          <a:p>
            <a:pPr lvl="1"/>
            <a:r>
              <a:rPr lang="en-US" sz="1400" dirty="0"/>
              <a:t>run after 1, before 4 &amp; 5</a:t>
            </a:r>
          </a:p>
          <a:p>
            <a:r>
              <a:rPr lang="en-US" sz="1400" dirty="0"/>
              <a:t>Job 7: 1 core, 6 h</a:t>
            </a:r>
          </a:p>
          <a:p>
            <a:pPr lvl="1"/>
            <a:r>
              <a:rPr lang="en-US" sz="1400" dirty="0"/>
              <a:t>run later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B51B6F04-A7E9-C860-DFBF-5D6A468D4ADB}"/>
              </a:ext>
            </a:extLst>
          </p:cNvPr>
          <p:cNvGrpSpPr/>
          <p:nvPr/>
        </p:nvGrpSpPr>
        <p:grpSpPr>
          <a:xfrm>
            <a:off x="3592105" y="1068831"/>
            <a:ext cx="4930398" cy="4702876"/>
            <a:chOff x="3618086" y="1838666"/>
            <a:chExt cx="4930398" cy="4702876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ED55BEAB-7D50-A53B-9673-7720D4705A89}"/>
                </a:ext>
              </a:extLst>
            </p:cNvPr>
            <p:cNvGrpSpPr/>
            <p:nvPr/>
          </p:nvGrpSpPr>
          <p:grpSpPr>
            <a:xfrm>
              <a:off x="3898944" y="1838666"/>
              <a:ext cx="4649540" cy="1174087"/>
              <a:chOff x="3898765" y="1838665"/>
              <a:chExt cx="4357085" cy="1600438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7F562ACD-E83E-AB71-84FD-FFD37A675749}"/>
                  </a:ext>
                </a:extLst>
              </p:cNvPr>
              <p:cNvGrpSpPr/>
              <p:nvPr/>
            </p:nvGrpSpPr>
            <p:grpSpPr>
              <a:xfrm>
                <a:off x="3898765" y="18386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6" name="Group 5">
                  <a:extLst>
                    <a:ext uri="{FF2B5EF4-FFF2-40B4-BE49-F238E27FC236}">
                      <a16:creationId xmlns:a16="http://schemas.microsoft.com/office/drawing/2014/main" id="{063DA7C1-D8B4-1C10-FCDA-1CECD88C97D9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4" name="Rectangle 3">
                    <a:extLst>
                      <a:ext uri="{FF2B5EF4-FFF2-40B4-BE49-F238E27FC236}">
                        <a16:creationId xmlns:a16="http://schemas.microsoft.com/office/drawing/2014/main" id="{C551B03F-9832-F3CB-56D1-C66AD8408E4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0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5" name="Rectangle 4">
                    <a:extLst>
                      <a:ext uri="{FF2B5EF4-FFF2-40B4-BE49-F238E27FC236}">
                        <a16:creationId xmlns:a16="http://schemas.microsoft.com/office/drawing/2014/main" id="{444C93E2-E0A8-C172-3913-0B6D448F515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9E1C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1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7" name="Group 6">
                  <a:extLst>
                    <a:ext uri="{FF2B5EF4-FFF2-40B4-BE49-F238E27FC236}">
                      <a16:creationId xmlns:a16="http://schemas.microsoft.com/office/drawing/2014/main" id="{07530B85-ADC3-8493-3697-60FD3977083B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8" name="Rectangle 7">
                    <a:extLst>
                      <a:ext uri="{FF2B5EF4-FFF2-40B4-BE49-F238E27FC236}">
                        <a16:creationId xmlns:a16="http://schemas.microsoft.com/office/drawing/2014/main" id="{BDE8ABDB-576F-F860-03C2-83D6F94E7C0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F5DEC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2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9" name="Rectangle 8">
                    <a:extLst>
                      <a:ext uri="{FF2B5EF4-FFF2-40B4-BE49-F238E27FC236}">
                        <a16:creationId xmlns:a16="http://schemas.microsoft.com/office/drawing/2014/main" id="{6A382F8D-501F-293C-ECDC-C862FEF925D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2D7C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3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60C66B2E-C7E4-1ACD-E067-29494C662057}"/>
                  </a:ext>
                </a:extLst>
              </p:cNvPr>
              <p:cNvGrpSpPr/>
              <p:nvPr/>
            </p:nvGrpSpPr>
            <p:grpSpPr>
              <a:xfrm>
                <a:off x="3898765" y="26387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12" name="Group 11">
                  <a:extLst>
                    <a:ext uri="{FF2B5EF4-FFF2-40B4-BE49-F238E27FC236}">
                      <a16:creationId xmlns:a16="http://schemas.microsoft.com/office/drawing/2014/main" id="{1C087C9B-B2A0-AF4C-E2E5-E0180C87B1BF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16" name="Rectangle 15">
                    <a:extLst>
                      <a:ext uri="{FF2B5EF4-FFF2-40B4-BE49-F238E27FC236}">
                        <a16:creationId xmlns:a16="http://schemas.microsoft.com/office/drawing/2014/main" id="{23962E79-2975-27E9-9903-06403760E2D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FD5B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4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ABB53DCA-2FCF-F3A9-560D-C7CC706CF5C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CCB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5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77EB2AB8-5DE4-AD3C-EB9F-008DF3404150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F94EF766-0638-61A1-535A-1C1F75745BE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8C9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6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2865EBD2-30E4-5532-8231-4A82D47ADF0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5C6A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7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DC80B42F-B217-5CFF-9D03-DBBC3EB6E5AE}"/>
                </a:ext>
              </a:extLst>
            </p:cNvPr>
            <p:cNvGrpSpPr/>
            <p:nvPr/>
          </p:nvGrpSpPr>
          <p:grpSpPr>
            <a:xfrm>
              <a:off x="3896101" y="3010085"/>
              <a:ext cx="4649540" cy="1174087"/>
              <a:chOff x="3898765" y="1838665"/>
              <a:chExt cx="4357085" cy="1600438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BB054383-4773-94B6-C174-EF76ED8FEF80}"/>
                  </a:ext>
                </a:extLst>
              </p:cNvPr>
              <p:cNvGrpSpPr/>
              <p:nvPr/>
            </p:nvGrpSpPr>
            <p:grpSpPr>
              <a:xfrm>
                <a:off x="3898765" y="18386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D67D99A9-B0DE-77DC-618E-4795E9C0F56E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47" name="Rectangle 46">
                    <a:extLst>
                      <a:ext uri="{FF2B5EF4-FFF2-40B4-BE49-F238E27FC236}">
                        <a16:creationId xmlns:a16="http://schemas.microsoft.com/office/drawing/2014/main" id="{9893BA68-3584-4A53-1359-D471775F786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0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48" name="Rectangle 47">
                    <a:extLst>
                      <a:ext uri="{FF2B5EF4-FFF2-40B4-BE49-F238E27FC236}">
                        <a16:creationId xmlns:a16="http://schemas.microsoft.com/office/drawing/2014/main" id="{783EA110-52EB-10E6-2C80-A6D907AADEF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9E1C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1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96EBF9AB-7CA7-7B9E-724B-AB6BA796CFB7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45" name="Rectangle 44">
                    <a:extLst>
                      <a:ext uri="{FF2B5EF4-FFF2-40B4-BE49-F238E27FC236}">
                        <a16:creationId xmlns:a16="http://schemas.microsoft.com/office/drawing/2014/main" id="{55CA7F3F-FB36-F4A4-260C-5AF71C8F7AF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F5DEC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2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D914FA94-7A7C-AE12-C44D-1EBB14CB1CF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2D7C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3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466A19AE-0112-2F5E-8064-F5D4DACED915}"/>
                  </a:ext>
                </a:extLst>
              </p:cNvPr>
              <p:cNvGrpSpPr/>
              <p:nvPr/>
            </p:nvGrpSpPr>
            <p:grpSpPr>
              <a:xfrm>
                <a:off x="3898765" y="26387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37" name="Group 36">
                  <a:extLst>
                    <a:ext uri="{FF2B5EF4-FFF2-40B4-BE49-F238E27FC236}">
                      <a16:creationId xmlns:a16="http://schemas.microsoft.com/office/drawing/2014/main" id="{C368F651-B4A5-602F-A6E6-EEB3D4B2DDBC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41" name="Rectangle 40">
                    <a:extLst>
                      <a:ext uri="{FF2B5EF4-FFF2-40B4-BE49-F238E27FC236}">
                        <a16:creationId xmlns:a16="http://schemas.microsoft.com/office/drawing/2014/main" id="{DB802167-2D59-B48D-C64E-58D07A9356F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FD5B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4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42" name="Rectangle 41">
                    <a:extLst>
                      <a:ext uri="{FF2B5EF4-FFF2-40B4-BE49-F238E27FC236}">
                        <a16:creationId xmlns:a16="http://schemas.microsoft.com/office/drawing/2014/main" id="{368E0A63-0BD5-CD1B-0E41-B697822A6DF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CCB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5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38" name="Group 37">
                  <a:extLst>
                    <a:ext uri="{FF2B5EF4-FFF2-40B4-BE49-F238E27FC236}">
                      <a16:creationId xmlns:a16="http://schemas.microsoft.com/office/drawing/2014/main" id="{6D870328-A2B5-3BAD-B878-7F4F99A654C9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39" name="Rectangle 38">
                    <a:extLst>
                      <a:ext uri="{FF2B5EF4-FFF2-40B4-BE49-F238E27FC236}">
                        <a16:creationId xmlns:a16="http://schemas.microsoft.com/office/drawing/2014/main" id="{3C1A9734-3521-36BA-7BED-943545F9997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8C9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6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40" name="Rectangle 39">
                    <a:extLst>
                      <a:ext uri="{FF2B5EF4-FFF2-40B4-BE49-F238E27FC236}">
                        <a16:creationId xmlns:a16="http://schemas.microsoft.com/office/drawing/2014/main" id="{28897FA8-CF2D-F435-CDA6-47238289D85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5C6A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7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446C4AFC-4A27-016E-F915-3533E1F5B762}"/>
                </a:ext>
              </a:extLst>
            </p:cNvPr>
            <p:cNvGrpSpPr/>
            <p:nvPr/>
          </p:nvGrpSpPr>
          <p:grpSpPr>
            <a:xfrm>
              <a:off x="3896100" y="4191558"/>
              <a:ext cx="4649540" cy="1174087"/>
              <a:chOff x="3898765" y="1838665"/>
              <a:chExt cx="4357085" cy="1600438"/>
            </a:xfrm>
          </p:grpSpPr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ED077B16-6925-44F9-6770-5364D777C837}"/>
                  </a:ext>
                </a:extLst>
              </p:cNvPr>
              <p:cNvGrpSpPr/>
              <p:nvPr/>
            </p:nvGrpSpPr>
            <p:grpSpPr>
              <a:xfrm>
                <a:off x="3898765" y="18386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D8AC9386-F214-D42F-3D80-DECD43A04E86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62" name="Rectangle 61">
                    <a:extLst>
                      <a:ext uri="{FF2B5EF4-FFF2-40B4-BE49-F238E27FC236}">
                        <a16:creationId xmlns:a16="http://schemas.microsoft.com/office/drawing/2014/main" id="{33522DB5-CD45-021B-2726-56007BE8E0B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0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63" name="Rectangle 62">
                    <a:extLst>
                      <a:ext uri="{FF2B5EF4-FFF2-40B4-BE49-F238E27FC236}">
                        <a16:creationId xmlns:a16="http://schemas.microsoft.com/office/drawing/2014/main" id="{2226B607-FBE8-32A9-005A-45CE4BE22CB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9E1C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1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480491AD-4F37-E012-4D1D-0BAA57B505E5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60" name="Rectangle 59">
                    <a:extLst>
                      <a:ext uri="{FF2B5EF4-FFF2-40B4-BE49-F238E27FC236}">
                        <a16:creationId xmlns:a16="http://schemas.microsoft.com/office/drawing/2014/main" id="{59251555-3C3F-9A6A-259E-33E2327EA2A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F5DEC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2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61" name="Rectangle 60">
                    <a:extLst>
                      <a:ext uri="{FF2B5EF4-FFF2-40B4-BE49-F238E27FC236}">
                        <a16:creationId xmlns:a16="http://schemas.microsoft.com/office/drawing/2014/main" id="{53C93460-F8A6-447F-9EAB-2FB06EBE8BD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2D7C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3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AA28CD8E-E35E-11B2-F8A8-47303F3850E4}"/>
                  </a:ext>
                </a:extLst>
              </p:cNvPr>
              <p:cNvGrpSpPr/>
              <p:nvPr/>
            </p:nvGrpSpPr>
            <p:grpSpPr>
              <a:xfrm>
                <a:off x="3898765" y="26387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94729E23-8B51-B6C2-54FD-235CC1F2AF93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56" name="Rectangle 55">
                    <a:extLst>
                      <a:ext uri="{FF2B5EF4-FFF2-40B4-BE49-F238E27FC236}">
                        <a16:creationId xmlns:a16="http://schemas.microsoft.com/office/drawing/2014/main" id="{26B65B29-EE47-6C00-867F-881E5B6E4D5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FD5B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4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57" name="Rectangle 56">
                    <a:extLst>
                      <a:ext uri="{FF2B5EF4-FFF2-40B4-BE49-F238E27FC236}">
                        <a16:creationId xmlns:a16="http://schemas.microsoft.com/office/drawing/2014/main" id="{D1919602-8398-0E91-0D74-7CB9CC8D7BD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CCB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5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53" name="Group 52">
                  <a:extLst>
                    <a:ext uri="{FF2B5EF4-FFF2-40B4-BE49-F238E27FC236}">
                      <a16:creationId xmlns:a16="http://schemas.microsoft.com/office/drawing/2014/main" id="{ABA2CEFF-022D-DDFF-2203-9876F42D19BA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54" name="Rectangle 53">
                    <a:extLst>
                      <a:ext uri="{FF2B5EF4-FFF2-40B4-BE49-F238E27FC236}">
                        <a16:creationId xmlns:a16="http://schemas.microsoft.com/office/drawing/2014/main" id="{40B5D820-8839-8B2F-0457-D5E1A4876E0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8C9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6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55" name="Rectangle 54">
                    <a:extLst>
                      <a:ext uri="{FF2B5EF4-FFF2-40B4-BE49-F238E27FC236}">
                        <a16:creationId xmlns:a16="http://schemas.microsoft.com/office/drawing/2014/main" id="{FA31824C-DDAB-02FD-7682-5F99ECA70AB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5C6A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7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</p:grp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CC0AEA22-EA44-233B-88EC-EAD189FED04F}"/>
                </a:ext>
              </a:extLst>
            </p:cNvPr>
            <p:cNvSpPr txBox="1"/>
            <p:nvPr/>
          </p:nvSpPr>
          <p:spPr>
            <a:xfrm rot="16200000">
              <a:off x="3418803" y="2289109"/>
              <a:ext cx="6808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0" dirty="0">
                  <a:solidFill>
                    <a:schemeClr val="tx2"/>
                  </a:solidFill>
                </a:rPr>
                <a:t>Node 1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6CC24518-458B-FD6D-7ED4-E340C483FD14}"/>
                </a:ext>
              </a:extLst>
            </p:cNvPr>
            <p:cNvSpPr txBox="1"/>
            <p:nvPr/>
          </p:nvSpPr>
          <p:spPr>
            <a:xfrm rot="16200000">
              <a:off x="3416139" y="3453143"/>
              <a:ext cx="6808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0">
                  <a:solidFill>
                    <a:schemeClr val="tx2"/>
                  </a:solidFill>
                </a:rPr>
                <a:t>Node 2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EA121D7F-E49B-C5AC-6CB6-BA5BBC6AB743}"/>
                </a:ext>
              </a:extLst>
            </p:cNvPr>
            <p:cNvSpPr txBox="1"/>
            <p:nvPr/>
          </p:nvSpPr>
          <p:spPr>
            <a:xfrm rot="16200000">
              <a:off x="3416138" y="4634617"/>
              <a:ext cx="6808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0" dirty="0">
                  <a:solidFill>
                    <a:schemeClr val="tx2"/>
                  </a:solidFill>
                </a:rPr>
                <a:t>Node 3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87E10F32-1F14-8AD3-7583-0B565FD355E1}"/>
                </a:ext>
              </a:extLst>
            </p:cNvPr>
            <p:cNvGrpSpPr/>
            <p:nvPr/>
          </p:nvGrpSpPr>
          <p:grpSpPr>
            <a:xfrm>
              <a:off x="3895086" y="5367455"/>
              <a:ext cx="4649540" cy="1174087"/>
              <a:chOff x="3898765" y="1838665"/>
              <a:chExt cx="4357085" cy="1600438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CDCE5E40-890B-4A83-9260-580758E1F441}"/>
                  </a:ext>
                </a:extLst>
              </p:cNvPr>
              <p:cNvGrpSpPr/>
              <p:nvPr/>
            </p:nvGrpSpPr>
            <p:grpSpPr>
              <a:xfrm>
                <a:off x="3898765" y="18386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31" name="Group 30">
                  <a:extLst>
                    <a:ext uri="{FF2B5EF4-FFF2-40B4-BE49-F238E27FC236}">
                      <a16:creationId xmlns:a16="http://schemas.microsoft.com/office/drawing/2014/main" id="{DF405C6B-104C-D1EF-DF4D-FD8FD922C620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76" name="Rectangle 75">
                    <a:extLst>
                      <a:ext uri="{FF2B5EF4-FFF2-40B4-BE49-F238E27FC236}">
                        <a16:creationId xmlns:a16="http://schemas.microsoft.com/office/drawing/2014/main" id="{BC82A86F-C5BF-632A-983F-E0882A481DD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0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77" name="Rectangle 76">
                    <a:extLst>
                      <a:ext uri="{FF2B5EF4-FFF2-40B4-BE49-F238E27FC236}">
                        <a16:creationId xmlns:a16="http://schemas.microsoft.com/office/drawing/2014/main" id="{42E317BF-9FF5-2F0A-EF6C-D4653E25CC3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9E1C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1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32" name="Group 31">
                  <a:extLst>
                    <a:ext uri="{FF2B5EF4-FFF2-40B4-BE49-F238E27FC236}">
                      <a16:creationId xmlns:a16="http://schemas.microsoft.com/office/drawing/2014/main" id="{DFB68CEF-9BCC-9CA9-56D0-43A63B6ED5D0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33" name="Rectangle 32">
                    <a:extLst>
                      <a:ext uri="{FF2B5EF4-FFF2-40B4-BE49-F238E27FC236}">
                        <a16:creationId xmlns:a16="http://schemas.microsoft.com/office/drawing/2014/main" id="{C9A3F1C2-A2AC-F311-E25D-CDD785F92B3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F5DEC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2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75" name="Rectangle 74">
                    <a:extLst>
                      <a:ext uri="{FF2B5EF4-FFF2-40B4-BE49-F238E27FC236}">
                        <a16:creationId xmlns:a16="http://schemas.microsoft.com/office/drawing/2014/main" id="{667E4271-12F3-9A86-117E-7B02461E3A9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2D7C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3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C5AFAA34-1FBE-A2D6-4353-328ED0B43456}"/>
                  </a:ext>
                </a:extLst>
              </p:cNvPr>
              <p:cNvGrpSpPr/>
              <p:nvPr/>
            </p:nvGrpSpPr>
            <p:grpSpPr>
              <a:xfrm>
                <a:off x="3898765" y="26387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92C14E7B-59E8-4D58-5929-4BACBD6D74D0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29" name="Rectangle 28">
                    <a:extLst>
                      <a:ext uri="{FF2B5EF4-FFF2-40B4-BE49-F238E27FC236}">
                        <a16:creationId xmlns:a16="http://schemas.microsoft.com/office/drawing/2014/main" id="{E40CED26-EA23-D603-5D20-942C2E41B2B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FD5B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4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30" name="Rectangle 29">
                    <a:extLst>
                      <a:ext uri="{FF2B5EF4-FFF2-40B4-BE49-F238E27FC236}">
                        <a16:creationId xmlns:a16="http://schemas.microsoft.com/office/drawing/2014/main" id="{31441C04-D4C9-0FE9-F6C1-35DAB53E2D3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CCB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5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10E7DAF0-BFAF-819C-17DA-74C681DCFBAD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27" name="Rectangle 26">
                    <a:extLst>
                      <a:ext uri="{FF2B5EF4-FFF2-40B4-BE49-F238E27FC236}">
                        <a16:creationId xmlns:a16="http://schemas.microsoft.com/office/drawing/2014/main" id="{BF7F13CB-9199-6B9E-6784-F9878A1E0F1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8C9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6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28" name="Rectangle 27">
                    <a:extLst>
                      <a:ext uri="{FF2B5EF4-FFF2-40B4-BE49-F238E27FC236}">
                        <a16:creationId xmlns:a16="http://schemas.microsoft.com/office/drawing/2014/main" id="{4EA0ADC0-21A2-3C8D-33CE-249EE37DF6C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5C6A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7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3DEC8C61-4709-61E0-D8F4-7BEFB3A6B6CF}"/>
                </a:ext>
              </a:extLst>
            </p:cNvPr>
            <p:cNvSpPr txBox="1"/>
            <p:nvPr/>
          </p:nvSpPr>
          <p:spPr>
            <a:xfrm rot="16200000">
              <a:off x="3417391" y="5821483"/>
              <a:ext cx="67839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0" dirty="0">
                  <a:solidFill>
                    <a:schemeClr val="tx2"/>
                  </a:solidFill>
                </a:rPr>
                <a:t>Node 4</a:t>
              </a:r>
            </a:p>
          </p:txBody>
        </p:sp>
      </p:grpSp>
      <p:sp>
        <p:nvSpPr>
          <p:cNvPr id="67" name="Right Arrow 66">
            <a:extLst>
              <a:ext uri="{FF2B5EF4-FFF2-40B4-BE49-F238E27FC236}">
                <a16:creationId xmlns:a16="http://schemas.microsoft.com/office/drawing/2014/main" id="{F367D0F7-ADF8-6A4A-88A8-03692B25EF4C}"/>
              </a:ext>
            </a:extLst>
          </p:cNvPr>
          <p:cNvSpPr/>
          <p:nvPr/>
        </p:nvSpPr>
        <p:spPr bwMode="auto">
          <a:xfrm>
            <a:off x="4528239" y="662955"/>
            <a:ext cx="2104446" cy="317521"/>
          </a:xfrm>
          <a:prstGeom prst="rightArrow">
            <a:avLst/>
          </a:prstGeom>
          <a:solidFill>
            <a:schemeClr val="accent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rPr>
              <a:t>Time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32A91A29-F136-8E83-76A6-C1F6DD8AE1E5}"/>
              </a:ext>
            </a:extLst>
          </p:cNvPr>
          <p:cNvSpPr/>
          <p:nvPr/>
        </p:nvSpPr>
        <p:spPr bwMode="auto">
          <a:xfrm>
            <a:off x="3869105" y="1066971"/>
            <a:ext cx="1440000" cy="159150"/>
          </a:xfrm>
          <a:prstGeom prst="rect">
            <a:avLst/>
          </a:prstGeom>
          <a:solidFill>
            <a:srgbClr val="800000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>
                <a:solidFill>
                  <a:srgbClr val="FFFFFF"/>
                </a:solidFill>
              </a:rPr>
              <a:t>Job 1</a:t>
            </a:r>
            <a:endParaRPr kumimoji="0" lang="en-US" sz="9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3543707A-F2FC-4E12-ED2E-ABC20CEB8D2A}"/>
              </a:ext>
            </a:extLst>
          </p:cNvPr>
          <p:cNvSpPr/>
          <p:nvPr/>
        </p:nvSpPr>
        <p:spPr bwMode="auto">
          <a:xfrm>
            <a:off x="4011538" y="3410927"/>
            <a:ext cx="720000" cy="1192423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rgbClr val="FFFFFF"/>
                </a:solidFill>
              </a:rPr>
              <a:t>Job 2</a:t>
            </a:r>
            <a:endParaRPr kumimoji="0" lang="en-US" sz="9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F4B50DD1-888D-E281-9F59-B07FA31BB432}"/>
              </a:ext>
            </a:extLst>
          </p:cNvPr>
          <p:cNvSpPr/>
          <p:nvPr/>
        </p:nvSpPr>
        <p:spPr bwMode="auto">
          <a:xfrm>
            <a:off x="4123494" y="2244682"/>
            <a:ext cx="1440000" cy="116835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rgbClr val="FFFFFF"/>
                </a:solidFill>
              </a:rPr>
              <a:t>Job 3</a:t>
            </a:r>
            <a:endParaRPr kumimoji="0" lang="en-US" sz="9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9A151073-B19F-B058-3FCA-E4C23B27D5C0}"/>
              </a:ext>
            </a:extLst>
          </p:cNvPr>
          <p:cNvSpPr/>
          <p:nvPr/>
        </p:nvSpPr>
        <p:spPr bwMode="auto">
          <a:xfrm>
            <a:off x="6041505" y="3399794"/>
            <a:ext cx="529200" cy="2382561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rgbClr val="FFFFFF"/>
                </a:solidFill>
              </a:rPr>
              <a:t>Job 4</a:t>
            </a:r>
            <a:endParaRPr kumimoji="0" lang="en-US" sz="9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ED6B2BA-7955-8DD0-7671-58683617BB28}"/>
              </a:ext>
            </a:extLst>
          </p:cNvPr>
          <p:cNvSpPr/>
          <p:nvPr/>
        </p:nvSpPr>
        <p:spPr bwMode="auto">
          <a:xfrm>
            <a:off x="5560040" y="2250158"/>
            <a:ext cx="2140728" cy="1152157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rgbClr val="FFFFFF"/>
                </a:solidFill>
              </a:rPr>
              <a:t>Job 5</a:t>
            </a:r>
            <a:endParaRPr kumimoji="0" lang="en-US" sz="9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1631EDBB-4F45-E1D4-D1EB-E843DBAAB7CB}"/>
              </a:ext>
            </a:extLst>
          </p:cNvPr>
          <p:cNvSpPr/>
          <p:nvPr/>
        </p:nvSpPr>
        <p:spPr bwMode="auto">
          <a:xfrm>
            <a:off x="5309105" y="3409701"/>
            <a:ext cx="720000" cy="118147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rgbClr val="FFFFFF"/>
                </a:solidFill>
              </a:rPr>
              <a:t>Job 6</a:t>
            </a:r>
            <a:endParaRPr kumimoji="0" lang="en-US" sz="9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891AA352-AD81-0AFE-3D09-116CBDFBDCE4}"/>
              </a:ext>
            </a:extLst>
          </p:cNvPr>
          <p:cNvSpPr/>
          <p:nvPr/>
        </p:nvSpPr>
        <p:spPr bwMode="auto">
          <a:xfrm>
            <a:off x="4121280" y="4617243"/>
            <a:ext cx="1440000" cy="116835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rgbClr val="FFFFFF"/>
                </a:solidFill>
              </a:rPr>
              <a:t>Job 3</a:t>
            </a:r>
            <a:endParaRPr kumimoji="0" lang="en-US" sz="9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9CF899A4-5FB0-CF63-18EB-DF98B60EB999}"/>
              </a:ext>
            </a:extLst>
          </p:cNvPr>
          <p:cNvSpPr/>
          <p:nvPr/>
        </p:nvSpPr>
        <p:spPr bwMode="auto">
          <a:xfrm>
            <a:off x="6570705" y="1064929"/>
            <a:ext cx="1059478" cy="1466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>
                <a:solidFill>
                  <a:schemeClr val="tx2"/>
                </a:solidFill>
              </a:rPr>
              <a:t>Job 7</a:t>
            </a:r>
            <a:endParaRPr kumimoji="0" lang="en-US" sz="9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3D389A-5866-74D3-8F30-4CA0619311E7}"/>
              </a:ext>
            </a:extLst>
          </p:cNvPr>
          <p:cNvSpPr/>
          <p:nvPr/>
        </p:nvSpPr>
        <p:spPr bwMode="auto">
          <a:xfrm>
            <a:off x="5309105" y="1066971"/>
            <a:ext cx="720000" cy="118147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rgbClr val="FFFFFF"/>
                </a:solidFill>
              </a:rPr>
              <a:t>Job 6</a:t>
            </a:r>
            <a:endParaRPr kumimoji="0" lang="en-US" sz="9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CFC8C52-13BD-16BE-B2C4-2D77068A0F7A}"/>
              </a:ext>
            </a:extLst>
          </p:cNvPr>
          <p:cNvSpPr/>
          <p:nvPr/>
        </p:nvSpPr>
        <p:spPr bwMode="auto">
          <a:xfrm>
            <a:off x="6041505" y="1058183"/>
            <a:ext cx="529200" cy="1190165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rgbClr val="FFFFFF"/>
                </a:solidFill>
              </a:rPr>
              <a:t>Job 4</a:t>
            </a:r>
            <a:endParaRPr kumimoji="0" lang="en-US" sz="9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63224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15325-E010-61C5-D42B-BF154519E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5806B9-BCD8-108E-A56C-B22AC97259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769" y="461176"/>
            <a:ext cx="2949336" cy="6229688"/>
          </a:xfrm>
        </p:spPr>
        <p:txBody>
          <a:bodyPr/>
          <a:lstStyle/>
          <a:p>
            <a:r>
              <a:rPr lang="en-US" sz="1400" dirty="0"/>
              <a:t>Job 1: 1 core, 8 h</a:t>
            </a:r>
          </a:p>
          <a:p>
            <a:r>
              <a:rPr lang="en-US" sz="1400" dirty="0"/>
              <a:t>Job 2: 1 node, 8 cores, 4 h</a:t>
            </a:r>
          </a:p>
          <a:p>
            <a:r>
              <a:rPr lang="en-US" sz="1400" dirty="0"/>
              <a:t>Job 3: 2 nodes, 16 cores, 8 h</a:t>
            </a:r>
          </a:p>
          <a:p>
            <a:r>
              <a:rPr lang="en-US" sz="1400" dirty="0"/>
              <a:t>Job 4: 3 nodes, 24 cores, 3 h</a:t>
            </a:r>
          </a:p>
          <a:p>
            <a:pPr lvl="1"/>
            <a:r>
              <a:rPr lang="en-US" sz="1400" dirty="0"/>
              <a:t>wait for job 3</a:t>
            </a:r>
          </a:p>
          <a:p>
            <a:r>
              <a:rPr lang="en-US" sz="1400" dirty="0"/>
              <a:t>Job 5: 1 node, 8 cores, 12 h</a:t>
            </a:r>
          </a:p>
          <a:p>
            <a:pPr lvl="1"/>
            <a:r>
              <a:rPr lang="en-US" sz="1400" dirty="0"/>
              <a:t>not enough time before job 4</a:t>
            </a:r>
          </a:p>
          <a:p>
            <a:pPr lvl="1"/>
            <a:r>
              <a:rPr lang="en-US" sz="1400" dirty="0"/>
              <a:t>Schedule after job 1</a:t>
            </a:r>
          </a:p>
          <a:p>
            <a:r>
              <a:rPr lang="en-US" sz="1400" dirty="0"/>
              <a:t>Job 6: 2 node, 16 cores, 4 h</a:t>
            </a:r>
          </a:p>
          <a:p>
            <a:pPr lvl="1"/>
            <a:r>
              <a:rPr lang="en-US" sz="1400" dirty="0"/>
              <a:t>high priority</a:t>
            </a:r>
          </a:p>
          <a:p>
            <a:pPr lvl="1"/>
            <a:r>
              <a:rPr lang="en-US" sz="1400" dirty="0"/>
              <a:t>reschedule jobs 4 &amp; 5</a:t>
            </a:r>
          </a:p>
          <a:p>
            <a:pPr lvl="1"/>
            <a:r>
              <a:rPr lang="en-US" sz="1400" dirty="0"/>
              <a:t>run after 1, before 4 &amp; 5</a:t>
            </a:r>
          </a:p>
          <a:p>
            <a:r>
              <a:rPr lang="en-US" sz="1400" dirty="0"/>
              <a:t>Job 7: 1 core, 6 h</a:t>
            </a:r>
          </a:p>
          <a:p>
            <a:pPr lvl="1"/>
            <a:r>
              <a:rPr lang="en-US" sz="1400" dirty="0"/>
              <a:t>run later</a:t>
            </a:r>
          </a:p>
          <a:p>
            <a:r>
              <a:rPr lang="en-US" sz="1400" dirty="0"/>
              <a:t>Job 8: 4 cores, 2h</a:t>
            </a:r>
          </a:p>
          <a:p>
            <a:pPr lvl="1"/>
            <a:r>
              <a:rPr lang="en-US" sz="1400" dirty="0"/>
              <a:t>runs directly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2930A710-97E4-1EFB-D0B4-E49A113F40E2}"/>
              </a:ext>
            </a:extLst>
          </p:cNvPr>
          <p:cNvGrpSpPr/>
          <p:nvPr/>
        </p:nvGrpSpPr>
        <p:grpSpPr>
          <a:xfrm>
            <a:off x="3592105" y="1068831"/>
            <a:ext cx="4930398" cy="4702876"/>
            <a:chOff x="3618086" y="1838666"/>
            <a:chExt cx="4930398" cy="4702876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2837821F-AAEA-447F-535F-0C565DFCD0B8}"/>
                </a:ext>
              </a:extLst>
            </p:cNvPr>
            <p:cNvGrpSpPr/>
            <p:nvPr/>
          </p:nvGrpSpPr>
          <p:grpSpPr>
            <a:xfrm>
              <a:off x="3898944" y="1838666"/>
              <a:ext cx="4649540" cy="1174087"/>
              <a:chOff x="3898765" y="1838665"/>
              <a:chExt cx="4357085" cy="1600438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E554F267-D36B-F9D6-34B2-B3A2601E7765}"/>
                  </a:ext>
                </a:extLst>
              </p:cNvPr>
              <p:cNvGrpSpPr/>
              <p:nvPr/>
            </p:nvGrpSpPr>
            <p:grpSpPr>
              <a:xfrm>
                <a:off x="3898765" y="18386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6" name="Group 5">
                  <a:extLst>
                    <a:ext uri="{FF2B5EF4-FFF2-40B4-BE49-F238E27FC236}">
                      <a16:creationId xmlns:a16="http://schemas.microsoft.com/office/drawing/2014/main" id="{B56FB10A-92A7-96ED-BA24-1782896E10CB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4" name="Rectangle 3">
                    <a:extLst>
                      <a:ext uri="{FF2B5EF4-FFF2-40B4-BE49-F238E27FC236}">
                        <a16:creationId xmlns:a16="http://schemas.microsoft.com/office/drawing/2014/main" id="{BC066493-7A83-BFA1-5A00-278D5AC19F9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0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5" name="Rectangle 4">
                    <a:extLst>
                      <a:ext uri="{FF2B5EF4-FFF2-40B4-BE49-F238E27FC236}">
                        <a16:creationId xmlns:a16="http://schemas.microsoft.com/office/drawing/2014/main" id="{B5F234F1-2E74-7E22-4ABB-CA75A675BD2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9E1C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1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7" name="Group 6">
                  <a:extLst>
                    <a:ext uri="{FF2B5EF4-FFF2-40B4-BE49-F238E27FC236}">
                      <a16:creationId xmlns:a16="http://schemas.microsoft.com/office/drawing/2014/main" id="{E6ABDD5B-7EA1-F088-C45B-5461DAC0688F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8" name="Rectangle 7">
                    <a:extLst>
                      <a:ext uri="{FF2B5EF4-FFF2-40B4-BE49-F238E27FC236}">
                        <a16:creationId xmlns:a16="http://schemas.microsoft.com/office/drawing/2014/main" id="{91BFC322-2E86-2622-5278-84758DEBC3E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F5DEC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2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9" name="Rectangle 8">
                    <a:extLst>
                      <a:ext uri="{FF2B5EF4-FFF2-40B4-BE49-F238E27FC236}">
                        <a16:creationId xmlns:a16="http://schemas.microsoft.com/office/drawing/2014/main" id="{00B98DD9-9CE9-693E-403C-80CFB683C76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2D7C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3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688B2326-A329-05D1-EBAB-9AC46D8DDC04}"/>
                  </a:ext>
                </a:extLst>
              </p:cNvPr>
              <p:cNvGrpSpPr/>
              <p:nvPr/>
            </p:nvGrpSpPr>
            <p:grpSpPr>
              <a:xfrm>
                <a:off x="3898765" y="26387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12" name="Group 11">
                  <a:extLst>
                    <a:ext uri="{FF2B5EF4-FFF2-40B4-BE49-F238E27FC236}">
                      <a16:creationId xmlns:a16="http://schemas.microsoft.com/office/drawing/2014/main" id="{08C8C465-3F6B-C264-553E-83D62476C220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16" name="Rectangle 15">
                    <a:extLst>
                      <a:ext uri="{FF2B5EF4-FFF2-40B4-BE49-F238E27FC236}">
                        <a16:creationId xmlns:a16="http://schemas.microsoft.com/office/drawing/2014/main" id="{CBBC0AE2-5672-3677-D90A-54C49D69204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FD5B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4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D588108E-BA01-07B6-2E36-939E46ECD29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CCB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5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13" name="Group 12">
                  <a:extLst>
                    <a:ext uri="{FF2B5EF4-FFF2-40B4-BE49-F238E27FC236}">
                      <a16:creationId xmlns:a16="http://schemas.microsoft.com/office/drawing/2014/main" id="{88715DAF-E179-2A48-A9E0-B9D08EFDC063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C0F808A7-1F81-9021-575A-CADC9621F18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8C9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6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3EE77900-586F-0644-224F-571DFA0F522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5C6A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7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A312EE54-9E75-94DD-9459-3B0BD70CA2D8}"/>
                </a:ext>
              </a:extLst>
            </p:cNvPr>
            <p:cNvGrpSpPr/>
            <p:nvPr/>
          </p:nvGrpSpPr>
          <p:grpSpPr>
            <a:xfrm>
              <a:off x="3896101" y="3010085"/>
              <a:ext cx="4649540" cy="1174087"/>
              <a:chOff x="3898765" y="1838665"/>
              <a:chExt cx="4357085" cy="1600438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15465FDD-BDAA-91D2-9D4C-F3466A1B5937}"/>
                  </a:ext>
                </a:extLst>
              </p:cNvPr>
              <p:cNvGrpSpPr/>
              <p:nvPr/>
            </p:nvGrpSpPr>
            <p:grpSpPr>
              <a:xfrm>
                <a:off x="3898765" y="18386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FF24CA66-63E6-2E65-2622-221C47374BB1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47" name="Rectangle 46">
                    <a:extLst>
                      <a:ext uri="{FF2B5EF4-FFF2-40B4-BE49-F238E27FC236}">
                        <a16:creationId xmlns:a16="http://schemas.microsoft.com/office/drawing/2014/main" id="{E7824621-F0C6-F7ED-2A43-5771FDE36FE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0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48" name="Rectangle 47">
                    <a:extLst>
                      <a:ext uri="{FF2B5EF4-FFF2-40B4-BE49-F238E27FC236}">
                        <a16:creationId xmlns:a16="http://schemas.microsoft.com/office/drawing/2014/main" id="{4F07B484-93FB-B398-AC7B-D3E43E35673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9E1C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1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B6411A9E-2C5F-9462-ADEF-0642F7C6A883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45" name="Rectangle 44">
                    <a:extLst>
                      <a:ext uri="{FF2B5EF4-FFF2-40B4-BE49-F238E27FC236}">
                        <a16:creationId xmlns:a16="http://schemas.microsoft.com/office/drawing/2014/main" id="{A769AC8D-40A0-5B59-85F6-E102A16BEC4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F5DEC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2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3023BDC1-7847-7AC5-99EC-09A148F29D1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2D7C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3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6F159D43-BCCA-BBF0-CC45-B292640A1A55}"/>
                  </a:ext>
                </a:extLst>
              </p:cNvPr>
              <p:cNvGrpSpPr/>
              <p:nvPr/>
            </p:nvGrpSpPr>
            <p:grpSpPr>
              <a:xfrm>
                <a:off x="3898765" y="26387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37" name="Group 36">
                  <a:extLst>
                    <a:ext uri="{FF2B5EF4-FFF2-40B4-BE49-F238E27FC236}">
                      <a16:creationId xmlns:a16="http://schemas.microsoft.com/office/drawing/2014/main" id="{592AEC46-93A2-8777-3D38-991C1EE681FA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41" name="Rectangle 40">
                    <a:extLst>
                      <a:ext uri="{FF2B5EF4-FFF2-40B4-BE49-F238E27FC236}">
                        <a16:creationId xmlns:a16="http://schemas.microsoft.com/office/drawing/2014/main" id="{DF04A9A5-EE73-D2AD-8592-2205B782793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FD5B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4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42" name="Rectangle 41">
                    <a:extLst>
                      <a:ext uri="{FF2B5EF4-FFF2-40B4-BE49-F238E27FC236}">
                        <a16:creationId xmlns:a16="http://schemas.microsoft.com/office/drawing/2014/main" id="{E7A4D68B-5A41-46DA-8136-9F8B6038A79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CCB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5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38" name="Group 37">
                  <a:extLst>
                    <a:ext uri="{FF2B5EF4-FFF2-40B4-BE49-F238E27FC236}">
                      <a16:creationId xmlns:a16="http://schemas.microsoft.com/office/drawing/2014/main" id="{4EDEF80C-ECD5-A010-9AE2-EE7FC50A1DDF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39" name="Rectangle 38">
                    <a:extLst>
                      <a:ext uri="{FF2B5EF4-FFF2-40B4-BE49-F238E27FC236}">
                        <a16:creationId xmlns:a16="http://schemas.microsoft.com/office/drawing/2014/main" id="{66793F9E-3806-1DD7-68C4-1B0FFDBD6B6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8C9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6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40" name="Rectangle 39">
                    <a:extLst>
                      <a:ext uri="{FF2B5EF4-FFF2-40B4-BE49-F238E27FC236}">
                        <a16:creationId xmlns:a16="http://schemas.microsoft.com/office/drawing/2014/main" id="{72155825-E2D0-0885-CD21-D0CC06D39BB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5C6A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7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246A3A2D-4120-FA71-61E0-ADE4B5F03475}"/>
                </a:ext>
              </a:extLst>
            </p:cNvPr>
            <p:cNvGrpSpPr/>
            <p:nvPr/>
          </p:nvGrpSpPr>
          <p:grpSpPr>
            <a:xfrm>
              <a:off x="3896100" y="4191558"/>
              <a:ext cx="4649540" cy="1174087"/>
              <a:chOff x="3898765" y="1838665"/>
              <a:chExt cx="4357085" cy="1600438"/>
            </a:xfrm>
          </p:grpSpPr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53748002-3E9D-254C-6D9E-C83A377A8665}"/>
                  </a:ext>
                </a:extLst>
              </p:cNvPr>
              <p:cNvGrpSpPr/>
              <p:nvPr/>
            </p:nvGrpSpPr>
            <p:grpSpPr>
              <a:xfrm>
                <a:off x="3898765" y="18386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58" name="Group 57">
                  <a:extLst>
                    <a:ext uri="{FF2B5EF4-FFF2-40B4-BE49-F238E27FC236}">
                      <a16:creationId xmlns:a16="http://schemas.microsoft.com/office/drawing/2014/main" id="{D1168876-3D0F-03E5-7572-F644BD1A7426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62" name="Rectangle 61">
                    <a:extLst>
                      <a:ext uri="{FF2B5EF4-FFF2-40B4-BE49-F238E27FC236}">
                        <a16:creationId xmlns:a16="http://schemas.microsoft.com/office/drawing/2014/main" id="{085B01C4-6D5B-5694-DD14-274BD76F14B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0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63" name="Rectangle 62">
                    <a:extLst>
                      <a:ext uri="{FF2B5EF4-FFF2-40B4-BE49-F238E27FC236}">
                        <a16:creationId xmlns:a16="http://schemas.microsoft.com/office/drawing/2014/main" id="{90EE5F38-9286-44A4-64FA-D9A763B26FF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9E1C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1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59" name="Group 58">
                  <a:extLst>
                    <a:ext uri="{FF2B5EF4-FFF2-40B4-BE49-F238E27FC236}">
                      <a16:creationId xmlns:a16="http://schemas.microsoft.com/office/drawing/2014/main" id="{37333DAF-E9BD-934D-A2E0-C1170C5924C9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60" name="Rectangle 59">
                    <a:extLst>
                      <a:ext uri="{FF2B5EF4-FFF2-40B4-BE49-F238E27FC236}">
                        <a16:creationId xmlns:a16="http://schemas.microsoft.com/office/drawing/2014/main" id="{EA425654-906D-283C-0209-F847F34000A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F5DEC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2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61" name="Rectangle 60">
                    <a:extLst>
                      <a:ext uri="{FF2B5EF4-FFF2-40B4-BE49-F238E27FC236}">
                        <a16:creationId xmlns:a16="http://schemas.microsoft.com/office/drawing/2014/main" id="{FF695E9C-0585-0BEB-6B87-8EE1DB87D07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2D7C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3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34638736-5659-ED26-9375-EF4781F679D1}"/>
                  </a:ext>
                </a:extLst>
              </p:cNvPr>
              <p:cNvGrpSpPr/>
              <p:nvPr/>
            </p:nvGrpSpPr>
            <p:grpSpPr>
              <a:xfrm>
                <a:off x="3898765" y="26387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98E2C578-DFFF-F587-F59F-5A5D925CCD0D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56" name="Rectangle 55">
                    <a:extLst>
                      <a:ext uri="{FF2B5EF4-FFF2-40B4-BE49-F238E27FC236}">
                        <a16:creationId xmlns:a16="http://schemas.microsoft.com/office/drawing/2014/main" id="{AEB1C6A2-130D-16C3-E613-ED8CA72D420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FD5B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4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57" name="Rectangle 56">
                    <a:extLst>
                      <a:ext uri="{FF2B5EF4-FFF2-40B4-BE49-F238E27FC236}">
                        <a16:creationId xmlns:a16="http://schemas.microsoft.com/office/drawing/2014/main" id="{7297D9E2-5839-BBE6-866D-EFCF2E433CC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CCB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5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53" name="Group 52">
                  <a:extLst>
                    <a:ext uri="{FF2B5EF4-FFF2-40B4-BE49-F238E27FC236}">
                      <a16:creationId xmlns:a16="http://schemas.microsoft.com/office/drawing/2014/main" id="{45FFB310-A523-BB5F-A4E2-7748FCA083CE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54" name="Rectangle 53">
                    <a:extLst>
                      <a:ext uri="{FF2B5EF4-FFF2-40B4-BE49-F238E27FC236}">
                        <a16:creationId xmlns:a16="http://schemas.microsoft.com/office/drawing/2014/main" id="{27A0FA1A-8492-1FFD-C1C8-B0804093815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8C9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6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55" name="Rectangle 54">
                    <a:extLst>
                      <a:ext uri="{FF2B5EF4-FFF2-40B4-BE49-F238E27FC236}">
                        <a16:creationId xmlns:a16="http://schemas.microsoft.com/office/drawing/2014/main" id="{60AC463A-DFB2-E16A-87C2-C29C19AABB2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5C6A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7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</p:grp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5003BDF0-B1B4-6D44-C321-E26CDE66B228}"/>
                </a:ext>
              </a:extLst>
            </p:cNvPr>
            <p:cNvSpPr txBox="1"/>
            <p:nvPr/>
          </p:nvSpPr>
          <p:spPr>
            <a:xfrm rot="16200000">
              <a:off x="3418803" y="2289109"/>
              <a:ext cx="6808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0" dirty="0">
                  <a:solidFill>
                    <a:schemeClr val="tx2"/>
                  </a:solidFill>
                </a:rPr>
                <a:t>Node 1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89FA04BB-9686-F079-43D5-76EA50398725}"/>
                </a:ext>
              </a:extLst>
            </p:cNvPr>
            <p:cNvSpPr txBox="1"/>
            <p:nvPr/>
          </p:nvSpPr>
          <p:spPr>
            <a:xfrm rot="16200000">
              <a:off x="3416139" y="3453143"/>
              <a:ext cx="6808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0">
                  <a:solidFill>
                    <a:schemeClr val="tx2"/>
                  </a:solidFill>
                </a:rPr>
                <a:t>Node 2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F93ED451-62D1-D921-99D7-197773D4A42F}"/>
                </a:ext>
              </a:extLst>
            </p:cNvPr>
            <p:cNvSpPr txBox="1"/>
            <p:nvPr/>
          </p:nvSpPr>
          <p:spPr>
            <a:xfrm rot="16200000">
              <a:off x="3416138" y="4634617"/>
              <a:ext cx="68089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0" dirty="0">
                  <a:solidFill>
                    <a:schemeClr val="tx2"/>
                  </a:solidFill>
                </a:rPr>
                <a:t>Node 3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2533C54C-5C0B-52DD-93C6-0F78AFE93622}"/>
                </a:ext>
              </a:extLst>
            </p:cNvPr>
            <p:cNvGrpSpPr/>
            <p:nvPr/>
          </p:nvGrpSpPr>
          <p:grpSpPr>
            <a:xfrm>
              <a:off x="3895086" y="5367455"/>
              <a:ext cx="4649540" cy="1174087"/>
              <a:chOff x="3898765" y="1838665"/>
              <a:chExt cx="4357085" cy="1600438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EFFD81D0-4300-2404-0CF7-D7E687AD13AF}"/>
                  </a:ext>
                </a:extLst>
              </p:cNvPr>
              <p:cNvGrpSpPr/>
              <p:nvPr/>
            </p:nvGrpSpPr>
            <p:grpSpPr>
              <a:xfrm>
                <a:off x="3898765" y="18386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31" name="Group 30">
                  <a:extLst>
                    <a:ext uri="{FF2B5EF4-FFF2-40B4-BE49-F238E27FC236}">
                      <a16:creationId xmlns:a16="http://schemas.microsoft.com/office/drawing/2014/main" id="{1E4BE4DF-7626-8318-9140-527091AE4818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76" name="Rectangle 75">
                    <a:extLst>
                      <a:ext uri="{FF2B5EF4-FFF2-40B4-BE49-F238E27FC236}">
                        <a16:creationId xmlns:a16="http://schemas.microsoft.com/office/drawing/2014/main" id="{6DCEA02F-60E7-7EE1-37F7-B76F6681EF1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chemeClr val="accent6">
                      <a:lumMod val="20000"/>
                      <a:lumOff val="80000"/>
                    </a:schemeClr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0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77" name="Rectangle 76">
                    <a:extLst>
                      <a:ext uri="{FF2B5EF4-FFF2-40B4-BE49-F238E27FC236}">
                        <a16:creationId xmlns:a16="http://schemas.microsoft.com/office/drawing/2014/main" id="{CE6616A0-3C79-4E97-0D09-7767E6CA3B7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9E1C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1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32" name="Group 31">
                  <a:extLst>
                    <a:ext uri="{FF2B5EF4-FFF2-40B4-BE49-F238E27FC236}">
                      <a16:creationId xmlns:a16="http://schemas.microsoft.com/office/drawing/2014/main" id="{5C7C9A69-ABE9-DFF1-9DE8-CF0D70793E79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33" name="Rectangle 32">
                    <a:extLst>
                      <a:ext uri="{FF2B5EF4-FFF2-40B4-BE49-F238E27FC236}">
                        <a16:creationId xmlns:a16="http://schemas.microsoft.com/office/drawing/2014/main" id="{28B62B85-59BF-779F-6787-1CE512B90F3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F5DEC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2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75" name="Rectangle 74">
                    <a:extLst>
                      <a:ext uri="{FF2B5EF4-FFF2-40B4-BE49-F238E27FC236}">
                        <a16:creationId xmlns:a16="http://schemas.microsoft.com/office/drawing/2014/main" id="{0BE6B4EF-F07A-4C44-4277-86AA5F1BB02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F2D7C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3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A814E05C-C2B4-2760-8D7E-63049D8E8FC5}"/>
                  </a:ext>
                </a:extLst>
              </p:cNvPr>
              <p:cNvGrpSpPr/>
              <p:nvPr/>
            </p:nvGrpSpPr>
            <p:grpSpPr>
              <a:xfrm>
                <a:off x="3898765" y="2638765"/>
                <a:ext cx="4357085" cy="800338"/>
                <a:chOff x="3898765" y="1838665"/>
                <a:chExt cx="4357085" cy="800338"/>
              </a:xfrm>
            </p:grpSpPr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5EB92379-7875-2FC7-4846-F1E20469910D}"/>
                    </a:ext>
                  </a:extLst>
                </p:cNvPr>
                <p:cNvGrpSpPr/>
                <p:nvPr/>
              </p:nvGrpSpPr>
              <p:grpSpPr>
                <a:xfrm>
                  <a:off x="3898765" y="183866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29" name="Rectangle 28">
                    <a:extLst>
                      <a:ext uri="{FF2B5EF4-FFF2-40B4-BE49-F238E27FC236}">
                        <a16:creationId xmlns:a16="http://schemas.microsoft.com/office/drawing/2014/main" id="{4FD71749-02C1-5599-6FBE-8AE7310BFC0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FD5BE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4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30" name="Rectangle 29">
                    <a:extLst>
                      <a:ext uri="{FF2B5EF4-FFF2-40B4-BE49-F238E27FC236}">
                        <a16:creationId xmlns:a16="http://schemas.microsoft.com/office/drawing/2014/main" id="{55EB6B6D-BF9C-DAEA-FD6B-5B02BAFE96D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CCB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5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1B373C3B-8D5A-305E-7A3C-3E78D73636D1}"/>
                    </a:ext>
                  </a:extLst>
                </p:cNvPr>
                <p:cNvGrpSpPr/>
                <p:nvPr/>
              </p:nvGrpSpPr>
              <p:grpSpPr>
                <a:xfrm>
                  <a:off x="3898765" y="2238715"/>
                  <a:ext cx="4357085" cy="400288"/>
                  <a:chOff x="3898765" y="1838665"/>
                  <a:chExt cx="4357085" cy="400288"/>
                </a:xfrm>
              </p:grpSpPr>
              <p:sp>
                <p:nvSpPr>
                  <p:cNvPr id="27" name="Rectangle 26">
                    <a:extLst>
                      <a:ext uri="{FF2B5EF4-FFF2-40B4-BE49-F238E27FC236}">
                        <a16:creationId xmlns:a16="http://schemas.microsoft.com/office/drawing/2014/main" id="{A9AECB5D-1AC9-0F75-C0CE-DAAFF7E117A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8765" y="1838665"/>
                    <a:ext cx="4356574" cy="199373"/>
                  </a:xfrm>
                  <a:prstGeom prst="rect">
                    <a:avLst/>
                  </a:prstGeom>
                  <a:solidFill>
                    <a:srgbClr val="E8C9B0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6</a:t>
                    </a:r>
                    <a:endParaRPr kumimoji="0" lang="en-US" sz="900" i="0" u="none" strike="noStrike" cap="none" normalizeH="0" baseline="0" dirty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28" name="Rectangle 27">
                    <a:extLst>
                      <a:ext uri="{FF2B5EF4-FFF2-40B4-BE49-F238E27FC236}">
                        <a16:creationId xmlns:a16="http://schemas.microsoft.com/office/drawing/2014/main" id="{DF9EC719-F335-4904-BC7B-AEC3363834B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99276" y="2039580"/>
                    <a:ext cx="4356574" cy="199373"/>
                  </a:xfrm>
                  <a:prstGeom prst="rect">
                    <a:avLst/>
                  </a:prstGeom>
                  <a:solidFill>
                    <a:srgbClr val="E5C6AB"/>
                  </a:solidFill>
                  <a:ln w="6350" cap="flat" cmpd="sng" algn="ctr">
                    <a:solidFill>
                      <a:schemeClr val="tx2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l" defTabSz="904875" rtl="0" eaLnBrk="1" fontAlgn="base" latinLnBrk="0" hangingPunct="1">
                      <a:lnSpc>
                        <a:spcPct val="7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en-US" sz="90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Core</a:t>
                    </a:r>
                    <a:r>
                      <a:rPr kumimoji="0" lang="en-US" sz="900" i="0" u="none" strike="noStrike" cap="none" normalizeH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Arial" charset="0"/>
                      </a:rPr>
                      <a:t> 7</a:t>
                    </a:r>
                    <a:endParaRPr kumimoji="0" lang="en-US" sz="900" i="0" u="none" strike="noStrike" cap="none" normalizeH="0" baseline="0">
                      <a:ln>
                        <a:noFill/>
                      </a:ln>
                      <a:solidFill>
                        <a:schemeClr val="tx2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</p:grp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49AD2801-6AB9-A3E5-91C6-FE837D5448E1}"/>
                </a:ext>
              </a:extLst>
            </p:cNvPr>
            <p:cNvSpPr txBox="1"/>
            <p:nvPr/>
          </p:nvSpPr>
          <p:spPr>
            <a:xfrm rot="16200000">
              <a:off x="3417391" y="5821483"/>
              <a:ext cx="678391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b="0" dirty="0">
                  <a:solidFill>
                    <a:schemeClr val="tx2"/>
                  </a:solidFill>
                </a:rPr>
                <a:t>Node 4</a:t>
              </a:r>
            </a:p>
          </p:txBody>
        </p:sp>
      </p:grpSp>
      <p:sp>
        <p:nvSpPr>
          <p:cNvPr id="67" name="Right Arrow 66">
            <a:extLst>
              <a:ext uri="{FF2B5EF4-FFF2-40B4-BE49-F238E27FC236}">
                <a16:creationId xmlns:a16="http://schemas.microsoft.com/office/drawing/2014/main" id="{7DDEC086-C134-9EAC-3F00-50CCDB23DEC0}"/>
              </a:ext>
            </a:extLst>
          </p:cNvPr>
          <p:cNvSpPr/>
          <p:nvPr/>
        </p:nvSpPr>
        <p:spPr bwMode="auto">
          <a:xfrm>
            <a:off x="4528239" y="662955"/>
            <a:ext cx="2104446" cy="317521"/>
          </a:xfrm>
          <a:prstGeom prst="rightArrow">
            <a:avLst/>
          </a:prstGeom>
          <a:solidFill>
            <a:schemeClr val="accent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cap="none" normalizeH="0" baseline="0">
                <a:ln>
                  <a:noFill/>
                </a:ln>
                <a:solidFill>
                  <a:schemeClr val="tx2"/>
                </a:solidFill>
                <a:effectLst/>
                <a:latin typeface="Arial" charset="0"/>
              </a:rPr>
              <a:t>Time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33A6F86-3728-7BB2-0923-23490EF2ADEB}"/>
              </a:ext>
            </a:extLst>
          </p:cNvPr>
          <p:cNvSpPr/>
          <p:nvPr/>
        </p:nvSpPr>
        <p:spPr bwMode="auto">
          <a:xfrm>
            <a:off x="3869105" y="1066971"/>
            <a:ext cx="1440000" cy="159150"/>
          </a:xfrm>
          <a:prstGeom prst="rect">
            <a:avLst/>
          </a:prstGeom>
          <a:solidFill>
            <a:srgbClr val="800000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>
                <a:solidFill>
                  <a:srgbClr val="FFFFFF"/>
                </a:solidFill>
              </a:rPr>
              <a:t>Job 1</a:t>
            </a:r>
            <a:endParaRPr kumimoji="0" lang="en-US" sz="900" b="1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09C3BA86-33E6-105C-F72E-33C873E935FB}"/>
              </a:ext>
            </a:extLst>
          </p:cNvPr>
          <p:cNvSpPr/>
          <p:nvPr/>
        </p:nvSpPr>
        <p:spPr bwMode="auto">
          <a:xfrm>
            <a:off x="4011538" y="3410927"/>
            <a:ext cx="720000" cy="1192423"/>
          </a:xfrm>
          <a:prstGeom prst="rect">
            <a:avLst/>
          </a:prstGeom>
          <a:solidFill>
            <a:schemeClr val="accent2">
              <a:lumMod val="75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rgbClr val="FFFFFF"/>
                </a:solidFill>
              </a:rPr>
              <a:t>Job 2</a:t>
            </a:r>
            <a:endParaRPr kumimoji="0" lang="en-US" sz="9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2D06D228-AB96-74E4-85DB-09C980F538C7}"/>
              </a:ext>
            </a:extLst>
          </p:cNvPr>
          <p:cNvSpPr/>
          <p:nvPr/>
        </p:nvSpPr>
        <p:spPr bwMode="auto">
          <a:xfrm>
            <a:off x="4123494" y="2244682"/>
            <a:ext cx="1440000" cy="116835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rgbClr val="FFFFFF"/>
                </a:solidFill>
              </a:rPr>
              <a:t>Job 3</a:t>
            </a:r>
            <a:endParaRPr kumimoji="0" lang="en-US" sz="9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6B9C5FA-D30B-A85A-8F41-64B96138D7D2}"/>
              </a:ext>
            </a:extLst>
          </p:cNvPr>
          <p:cNvSpPr/>
          <p:nvPr/>
        </p:nvSpPr>
        <p:spPr bwMode="auto">
          <a:xfrm>
            <a:off x="6041505" y="3399794"/>
            <a:ext cx="529200" cy="2382561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rgbClr val="FFFFFF"/>
                </a:solidFill>
              </a:rPr>
              <a:t>Job 4</a:t>
            </a:r>
            <a:endParaRPr kumimoji="0" lang="en-US" sz="9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0B563CAD-030B-37D8-F175-A2BBD0E844A9}"/>
              </a:ext>
            </a:extLst>
          </p:cNvPr>
          <p:cNvSpPr/>
          <p:nvPr/>
        </p:nvSpPr>
        <p:spPr bwMode="auto">
          <a:xfrm>
            <a:off x="5560040" y="2250158"/>
            <a:ext cx="2140728" cy="1152157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rgbClr val="FFFFFF"/>
                </a:solidFill>
              </a:rPr>
              <a:t>Job 5</a:t>
            </a:r>
            <a:endParaRPr kumimoji="0" lang="en-US" sz="9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D02B1B85-23F3-69B4-9849-50702AE8509C}"/>
              </a:ext>
            </a:extLst>
          </p:cNvPr>
          <p:cNvSpPr/>
          <p:nvPr/>
        </p:nvSpPr>
        <p:spPr bwMode="auto">
          <a:xfrm>
            <a:off x="5309105" y="3409701"/>
            <a:ext cx="720000" cy="118147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rgbClr val="FFFFFF"/>
                </a:solidFill>
              </a:rPr>
              <a:t>Job 6</a:t>
            </a:r>
            <a:endParaRPr kumimoji="0" lang="en-US" sz="9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996641E1-4B4D-9F3C-9242-6AEFE63A3C58}"/>
              </a:ext>
            </a:extLst>
          </p:cNvPr>
          <p:cNvSpPr/>
          <p:nvPr/>
        </p:nvSpPr>
        <p:spPr bwMode="auto">
          <a:xfrm>
            <a:off x="4121280" y="4617243"/>
            <a:ext cx="1440000" cy="1168356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900" dirty="0">
              <a:solidFill>
                <a:srgbClr val="FFFFFF"/>
              </a:solidFill>
            </a:endParaRP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rgbClr val="FFFFFF"/>
                </a:solidFill>
              </a:rPr>
              <a:t>Job 3</a:t>
            </a:r>
            <a:endParaRPr kumimoji="0" lang="en-US" sz="9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C1F22A4D-D493-03CB-5F31-2DAA73FF2619}"/>
              </a:ext>
            </a:extLst>
          </p:cNvPr>
          <p:cNvSpPr/>
          <p:nvPr/>
        </p:nvSpPr>
        <p:spPr bwMode="auto">
          <a:xfrm>
            <a:off x="6570705" y="1064929"/>
            <a:ext cx="1059478" cy="1466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>
                <a:solidFill>
                  <a:schemeClr val="tx2"/>
                </a:solidFill>
              </a:rPr>
              <a:t>Job 7</a:t>
            </a:r>
            <a:endParaRPr kumimoji="0" lang="en-US" sz="900" b="1" i="0" u="none" strike="noStrike" cap="none" normalizeH="0" baseline="0">
              <a:ln>
                <a:noFill/>
              </a:ln>
              <a:solidFill>
                <a:schemeClr val="tx2"/>
              </a:solidFill>
              <a:effectLst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4241CD-9EC1-0A75-1373-2B5974CCDDCE}"/>
              </a:ext>
            </a:extLst>
          </p:cNvPr>
          <p:cNvSpPr/>
          <p:nvPr/>
        </p:nvSpPr>
        <p:spPr bwMode="auto">
          <a:xfrm>
            <a:off x="5309105" y="1066971"/>
            <a:ext cx="720000" cy="118147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rgbClr val="FFFFFF"/>
                </a:solidFill>
              </a:rPr>
              <a:t>Job 6</a:t>
            </a:r>
            <a:endParaRPr kumimoji="0" lang="en-US" sz="9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39A4E65-874B-037F-6F00-CD077A3F9001}"/>
              </a:ext>
            </a:extLst>
          </p:cNvPr>
          <p:cNvSpPr/>
          <p:nvPr/>
        </p:nvSpPr>
        <p:spPr bwMode="auto">
          <a:xfrm>
            <a:off x="6041505" y="1058183"/>
            <a:ext cx="529200" cy="1190165"/>
          </a:xfrm>
          <a:prstGeom prst="rect">
            <a:avLst/>
          </a:prstGeom>
          <a:solidFill>
            <a:schemeClr val="accent1">
              <a:lumMod val="50000"/>
            </a:schemeClr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rgbClr val="FFFFFF"/>
                </a:solidFill>
              </a:rPr>
              <a:t>Job 4</a:t>
            </a:r>
            <a:endParaRPr kumimoji="0" lang="en-US" sz="900" b="1" i="0" u="none" strike="noStrike" cap="none" normalizeH="0" baseline="0" dirty="0">
              <a:ln>
                <a:noFill/>
              </a:ln>
              <a:solidFill>
                <a:srgbClr val="FFFFFF"/>
              </a:solidFill>
              <a:effectLst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A62AC10-4485-5EDB-6771-7B21809C7827}"/>
              </a:ext>
            </a:extLst>
          </p:cNvPr>
          <p:cNvSpPr/>
          <p:nvPr/>
        </p:nvSpPr>
        <p:spPr bwMode="auto">
          <a:xfrm>
            <a:off x="4808404" y="1222199"/>
            <a:ext cx="360000" cy="71876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04875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chemeClr val="tx2"/>
                </a:solidFill>
              </a:rPr>
              <a:t>J</a:t>
            </a:r>
          </a:p>
          <a:p>
            <a:pPr marL="0" marR="0" indent="0" algn="l" defTabSz="904875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chemeClr val="tx2"/>
                </a:solidFill>
              </a:rPr>
              <a:t>o</a:t>
            </a:r>
          </a:p>
          <a:p>
            <a:pPr marL="0" marR="0" indent="0" algn="l" defTabSz="904875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chemeClr val="tx2"/>
                </a:solidFill>
              </a:rPr>
              <a:t>b </a:t>
            </a:r>
          </a:p>
          <a:p>
            <a:pPr marL="0" marR="0" indent="0" algn="l" defTabSz="904875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900" dirty="0">
                <a:solidFill>
                  <a:schemeClr val="tx2"/>
                </a:solidFill>
              </a:rPr>
              <a:t>8</a:t>
            </a:r>
          </a:p>
          <a:p>
            <a:pPr marL="0" marR="0" indent="0" algn="l" defTabSz="904875" rtl="0" eaLnBrk="1" fontAlgn="base" latinLnBrk="0" hangingPunct="1">
              <a:lnSpc>
                <a:spcPct val="6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9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70264690"/>
      </p:ext>
    </p:extLst>
  </p:cSld>
  <p:clrMapOvr>
    <a:masterClrMapping/>
  </p:clrMapOvr>
</p:sld>
</file>

<file path=ppt/theme/theme1.xml><?xml version="1.0" encoding="utf-8"?>
<a:theme xmlns:a="http://schemas.openxmlformats.org/drawingml/2006/main" name="LU_PPT-mall_2012_ENG_121127">
  <a:themeElements>
    <a:clrScheme name="Anpassad 4">
      <a:dk1>
        <a:srgbClr val="9C6114"/>
      </a:dk1>
      <a:lt1>
        <a:srgbClr val="FFFFFF"/>
      </a:lt1>
      <a:dk2>
        <a:srgbClr val="000000"/>
      </a:dk2>
      <a:lt2>
        <a:srgbClr val="000080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333333"/>
      </a:hlink>
      <a:folHlink>
        <a:srgbClr val="000080"/>
      </a:folHlink>
    </a:clrScheme>
    <a:fontScheme name="LundsUniversitet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6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048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1800" b="1" i="0" u="none" strike="noStrike" cap="none" normalizeH="0" baseline="0" dirty="0" smtClean="0">
            <a:ln>
              <a:noFill/>
            </a:ln>
            <a:solidFill>
              <a:schemeClr val="tx2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04875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sv-SE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sz="1200" b="0" dirty="0" err="1" smtClean="0">
            <a:solidFill>
              <a:schemeClr val="tx2"/>
            </a:solidFill>
          </a:defRPr>
        </a:defPPr>
      </a:lstStyle>
    </a:txDef>
  </a:objectDefaults>
  <a:extraClrSchemeLst>
    <a:extraClrScheme>
      <a:clrScheme name="Standardformgivning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formgivning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formgivning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formgivning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formgivning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formgivning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formgivning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formgivning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formgivning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formgivning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formgivning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formgivning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formgivning 1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6633"/>
        </a:accent1>
        <a:accent2>
          <a:srgbClr val="C4BC9C"/>
        </a:accent2>
        <a:accent3>
          <a:srgbClr val="FFFFFF"/>
        </a:accent3>
        <a:accent4>
          <a:srgbClr val="000000"/>
        </a:accent4>
        <a:accent5>
          <a:srgbClr val="CAB8AD"/>
        </a:accent5>
        <a:accent6>
          <a:srgbClr val="B1AA8D"/>
        </a:accent6>
        <a:hlink>
          <a:srgbClr val="EB730F"/>
        </a:hlink>
        <a:folHlink>
          <a:srgbClr val="0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7D8F1169E1C724EB589611C00182679" ma:contentTypeVersion="17" ma:contentTypeDescription="Create a new document." ma:contentTypeScope="" ma:versionID="f8e38a9c45a265d91e432fbaab83eb55">
  <xsd:schema xmlns:xsd="http://www.w3.org/2001/XMLSchema" xmlns:xs="http://www.w3.org/2001/XMLSchema" xmlns:p="http://schemas.microsoft.com/office/2006/metadata/properties" xmlns:ns2="db239f85-afbf-4fe0-8766-fdeec8c4c598" xmlns:ns3="7c35e954-b1c4-48f1-9d44-b4d8096cc301" targetNamespace="http://schemas.microsoft.com/office/2006/metadata/properties" ma:root="true" ma:fieldsID="3436024126d0297fdaecfc68ae27bd9a" ns2:_="" ns3:_="">
    <xsd:import namespace="db239f85-afbf-4fe0-8766-fdeec8c4c598"/>
    <xsd:import namespace="7c35e954-b1c4-48f1-9d44-b4d8096cc30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239f85-afbf-4fe0-8766-fdeec8c4c5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b7ff440d-ff14-435e-976f-a4884291dff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c35e954-b1c4-48f1-9d44-b4d8096cc301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9" nillable="true" ma:displayName="Taxonomy Catch All Column" ma:hidden="true" ma:list="{bb65e7f5-0903-4b07-8458-9071ab82cd0b}" ma:internalName="TaxCatchAll" ma:showField="CatchAllData" ma:web="7c35e954-b1c4-48f1-9d44-b4d8096cc30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b239f85-afbf-4fe0-8766-fdeec8c4c598">
      <Terms xmlns="http://schemas.microsoft.com/office/infopath/2007/PartnerControls"/>
    </lcf76f155ced4ddcb4097134ff3c332f>
    <TaxCatchAll xmlns="7c35e954-b1c4-48f1-9d44-b4d8096cc301" xsi:nil="true"/>
  </documentManagement>
</p:properties>
</file>

<file path=customXml/itemProps1.xml><?xml version="1.0" encoding="utf-8"?>
<ds:datastoreItem xmlns:ds="http://schemas.openxmlformats.org/officeDocument/2006/customXml" ds:itemID="{3C56F0E7-FFD0-4AE7-B357-D88DAE189F5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A09B9E3-9F41-4161-B2DC-AAD059F5DA32}">
  <ds:schemaRefs>
    <ds:schemaRef ds:uri="7c35e954-b1c4-48f1-9d44-b4d8096cc301"/>
    <ds:schemaRef ds:uri="db239f85-afbf-4fe0-8766-fdeec8c4c59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FAF944E-F86B-4361-B0C1-501372AA12A5}">
  <ds:schemaRefs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7c35e954-b1c4-48f1-9d44-b4d8096cc301"/>
    <ds:schemaRef ds:uri="http://schemas.microsoft.com/office/infopath/2007/PartnerControls"/>
    <ds:schemaRef ds:uri="http://purl.org/dc/dcmitype/"/>
    <ds:schemaRef ds:uri="http://www.w3.org/XML/1998/namespace"/>
    <ds:schemaRef ds:uri="http://purl.org/dc/terms/"/>
    <ds:schemaRef ds:uri="db239f85-afbf-4fe0-8766-fdeec8c4c598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LU_PPT-mall_2012_ENG_121127.potx</Template>
  <TotalTime>7744</TotalTime>
  <Words>1153</Words>
  <Application>Microsoft Macintosh PowerPoint</Application>
  <PresentationFormat>Custom</PresentationFormat>
  <Paragraphs>569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Lucida Grande</vt:lpstr>
      <vt:lpstr>LU_PPT-mall_2012_ENG_121127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Joachim Hein</cp:lastModifiedBy>
  <cp:revision>18</cp:revision>
  <cp:lastPrinted>2025-09-02T18:27:09Z</cp:lastPrinted>
  <dcterms:created xsi:type="dcterms:W3CDTF">2012-06-14T14:22:53Z</dcterms:created>
  <dcterms:modified xsi:type="dcterms:W3CDTF">2025-11-03T13:46:35Z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0x01010097D8F1169E1C724EB589611C00182679</vt:lpwstr>
  </property>
  <property fmtid="{D5CDD505-2E9C-101B-9397-08002B2CF9AE}" pid="3" name="MediaServiceImageTags">
    <vt:lpwstr/>
  </property>
</Properties>
</file>